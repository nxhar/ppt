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6" r:id="rId4"/>
    <p:sldMasterId id="214748371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DM Sans Medium"/>
      <p:regular r:id="rId21"/>
      <p:bold r:id="rId22"/>
      <p:italic r:id="rId23"/>
      <p:boldItalic r:id="rId24"/>
    </p:embeddedFont>
    <p:embeddedFont>
      <p:font typeface="Fredoka"/>
      <p:regular r:id="rId25"/>
      <p:bold r:id="rId26"/>
    </p:embeddedFont>
    <p:embeddedFont>
      <p:font typeface="Hepta Slab SemiBold"/>
      <p:regular r:id="rId27"/>
      <p:bold r:id="rId28"/>
    </p:embeddedFont>
    <p:embeddedFont>
      <p:font typeface="DM Sans SemiBold"/>
      <p:regular r:id="rId29"/>
      <p:bold r:id="rId30"/>
      <p:italic r:id="rId31"/>
      <p:boldItalic r:id="rId32"/>
    </p:embeddedFont>
    <p:embeddedFont>
      <p:font typeface="DM Sans"/>
      <p:regular r:id="rId33"/>
      <p:bold r:id="rId34"/>
      <p:italic r:id="rId35"/>
      <p:boldItalic r:id="rId36"/>
    </p:embeddedFont>
    <p:embeddedFont>
      <p:font typeface="Glegoo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SemiBold-italic.fntdata"/><Relationship Id="rId30" Type="http://schemas.openxmlformats.org/officeDocument/2006/relationships/font" Target="fonts/DMSansSemiBold-bold.fntdata"/><Relationship Id="rId33" Type="http://schemas.openxmlformats.org/officeDocument/2006/relationships/font" Target="fonts/DMSans-regular.fntdata"/><Relationship Id="rId32" Type="http://schemas.openxmlformats.org/officeDocument/2006/relationships/font" Target="fonts/DMSansSemiBold-boldItalic.fntdata"/><Relationship Id="rId35" Type="http://schemas.openxmlformats.org/officeDocument/2006/relationships/font" Target="fonts/DMSans-italic.fntdata"/><Relationship Id="rId34" Type="http://schemas.openxmlformats.org/officeDocument/2006/relationships/font" Target="fonts/DMSans-bold.fntdata"/><Relationship Id="rId37" Type="http://schemas.openxmlformats.org/officeDocument/2006/relationships/font" Target="fonts/Glegoo-regular.fntdata"/><Relationship Id="rId36" Type="http://schemas.openxmlformats.org/officeDocument/2006/relationships/font" Target="fonts/DMSans-boldItalic.fntdata"/><Relationship Id="rId38" Type="http://schemas.openxmlformats.org/officeDocument/2006/relationships/font" Target="fonts/Glegoo-bold.fntdata"/><Relationship Id="rId20" Type="http://schemas.openxmlformats.org/officeDocument/2006/relationships/slide" Target="slides/slide14.xml"/><Relationship Id="rId22" Type="http://schemas.openxmlformats.org/officeDocument/2006/relationships/font" Target="fonts/DMSansMedium-bold.fntdata"/><Relationship Id="rId21" Type="http://schemas.openxmlformats.org/officeDocument/2006/relationships/font" Target="fonts/DMSansMedium-regular.fntdata"/><Relationship Id="rId24" Type="http://schemas.openxmlformats.org/officeDocument/2006/relationships/font" Target="fonts/DMSansMedium-boldItalic.fntdata"/><Relationship Id="rId23" Type="http://schemas.openxmlformats.org/officeDocument/2006/relationships/font" Target="fonts/DMSansMedium-italic.fntdata"/><Relationship Id="rId26" Type="http://schemas.openxmlformats.org/officeDocument/2006/relationships/font" Target="fonts/Fredoka-bold.fntdata"/><Relationship Id="rId25" Type="http://schemas.openxmlformats.org/officeDocument/2006/relationships/font" Target="fonts/Fredoka-regular.fntdata"/><Relationship Id="rId28" Type="http://schemas.openxmlformats.org/officeDocument/2006/relationships/font" Target="fonts/HeptaSlabSemiBold-bold.fntdata"/><Relationship Id="rId27" Type="http://schemas.openxmlformats.org/officeDocument/2006/relationships/font" Target="fonts/HeptaSlabSemiBold-regular.fntdata"/><Relationship Id="rId29" Type="http://schemas.openxmlformats.org/officeDocument/2006/relationships/font" Target="fonts/DMSansSemiBo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SLIDES_API46444525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SLIDES_API46444525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SLIDES_API46444525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" name="Google Shape;1883;SLIDES_API46444525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SLIDES_API46444525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SLIDES_API46444525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SLIDES_API46444525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SLIDES_API46444525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SLIDES_API46444525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SLIDES_API46444525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SLIDES_API46444525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SLIDES_API46444525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SLIDES_API46444525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SLIDES_API46444525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SLIDES_API46444525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SLIDES_API46444525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SLIDES_API46444525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SLIDES_API46444525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SLIDES_API464445253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9" name="Google Shape;1939;SLIDES_API46444525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SLIDES_API46444525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SLIDES_API46444525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SLIDES_API46444525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SLIDES_API46444525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SLIDES_API46444525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SLIDES_API46444525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Title slide" type="title">
  <p:cSld name="TITLE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566075" y="2986525"/>
            <a:ext cx="6022500" cy="4692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 SemiBold"/>
              <a:buNone/>
              <a:defRPr sz="2800">
                <a:solidFill>
                  <a:schemeClr val="accen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-281150" y="4354625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" name="Google Shape;58;p14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455105" y="190698"/>
            <a:ext cx="2277538" cy="2277538"/>
            <a:chOff x="987244" y="313753"/>
            <a:chExt cx="555321" cy="555321"/>
          </a:xfrm>
        </p:grpSpPr>
        <p:grpSp>
          <p:nvGrpSpPr>
            <p:cNvPr id="60" name="Google Shape;60;p1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61" name="Google Shape;61;p1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3" name="Google Shape;63;p1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65" name="Google Shape;65;p1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70" name="Google Shape;70;p14"/>
          <p:cNvSpPr txBox="1"/>
          <p:nvPr>
            <p:ph type="ctrTitle"/>
          </p:nvPr>
        </p:nvSpPr>
        <p:spPr>
          <a:xfrm>
            <a:off x="1566075" y="820775"/>
            <a:ext cx="60225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None/>
              <a:defRPr sz="4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71" name="Google Shape;71;p14"/>
          <p:cNvGrpSpPr/>
          <p:nvPr/>
        </p:nvGrpSpPr>
        <p:grpSpPr>
          <a:xfrm>
            <a:off x="302263" y="4600963"/>
            <a:ext cx="392675" cy="392675"/>
            <a:chOff x="458050" y="265600"/>
            <a:chExt cx="392675" cy="392675"/>
          </a:xfrm>
        </p:grpSpPr>
        <p:sp>
          <p:nvSpPr>
            <p:cNvPr id="72" name="Google Shape;72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>
            <a:off x="842163" y="4600950"/>
            <a:ext cx="392675" cy="392675"/>
            <a:chOff x="458050" y="265600"/>
            <a:chExt cx="392675" cy="392675"/>
          </a:xfrm>
        </p:grpSpPr>
        <p:sp>
          <p:nvSpPr>
            <p:cNvPr id="77" name="Google Shape;77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571394" y="4219963"/>
            <a:ext cx="392675" cy="392675"/>
            <a:chOff x="458050" y="265600"/>
            <a:chExt cx="392675" cy="392675"/>
          </a:xfrm>
        </p:grpSpPr>
        <p:sp>
          <p:nvSpPr>
            <p:cNvPr id="82" name="Google Shape;82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1111294" y="4219950"/>
            <a:ext cx="392675" cy="392675"/>
            <a:chOff x="458050" y="265600"/>
            <a:chExt cx="392675" cy="392675"/>
          </a:xfrm>
        </p:grpSpPr>
        <p:sp>
          <p:nvSpPr>
            <p:cNvPr id="87" name="Google Shape;87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92" name="Google Shape;92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6" name="Google Shape;96;p14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97" name="Google Shape;97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1" name="Google Shape;101;p14"/>
          <p:cNvSpPr/>
          <p:nvPr/>
        </p:nvSpPr>
        <p:spPr>
          <a:xfrm>
            <a:off x="8137749" y="4148902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Agenda">
  <p:cSld name="CUSTOM">
    <p:bg>
      <p:bgPr>
        <a:solidFill>
          <a:schemeClr val="accen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 flipH="1">
            <a:off x="1737400" y="283725"/>
            <a:ext cx="7132500" cy="4589700"/>
          </a:xfrm>
          <a:prstGeom prst="snip2DiagRect">
            <a:avLst>
              <a:gd fmla="val 0" name="adj1"/>
              <a:gd fmla="val 123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5"/>
          <p:cNvSpPr txBox="1"/>
          <p:nvPr>
            <p:ph type="title"/>
          </p:nvPr>
        </p:nvSpPr>
        <p:spPr>
          <a:xfrm>
            <a:off x="3758275" y="547232"/>
            <a:ext cx="43794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5" name="Google Shape;105;p15"/>
          <p:cNvSpPr/>
          <p:nvPr>
            <p:ph idx="2" type="pic"/>
          </p:nvPr>
        </p:nvSpPr>
        <p:spPr>
          <a:xfrm>
            <a:off x="270920" y="994350"/>
            <a:ext cx="2931000" cy="31548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06" name="Google Shape;106;p15"/>
          <p:cNvSpPr/>
          <p:nvPr/>
        </p:nvSpPr>
        <p:spPr>
          <a:xfrm>
            <a:off x="3758275" y="1471075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01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07" name="Google Shape;107;p15"/>
          <p:cNvSpPr txBox="1"/>
          <p:nvPr>
            <p:ph idx="1" type="subTitle"/>
          </p:nvPr>
        </p:nvSpPr>
        <p:spPr>
          <a:xfrm>
            <a:off x="4499450" y="1470950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5"/>
          <p:cNvSpPr/>
          <p:nvPr/>
        </p:nvSpPr>
        <p:spPr>
          <a:xfrm>
            <a:off x="6326525" y="1471138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02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09" name="Google Shape;109;p15"/>
          <p:cNvSpPr txBox="1"/>
          <p:nvPr>
            <p:ph idx="3" type="subTitle"/>
          </p:nvPr>
        </p:nvSpPr>
        <p:spPr>
          <a:xfrm>
            <a:off x="7067700" y="1471013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5"/>
          <p:cNvSpPr/>
          <p:nvPr/>
        </p:nvSpPr>
        <p:spPr>
          <a:xfrm>
            <a:off x="3746413" y="2738600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03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11" name="Google Shape;111;p15"/>
          <p:cNvSpPr txBox="1"/>
          <p:nvPr>
            <p:ph idx="4" type="subTitle"/>
          </p:nvPr>
        </p:nvSpPr>
        <p:spPr>
          <a:xfrm>
            <a:off x="4487588" y="2738475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5"/>
          <p:cNvSpPr/>
          <p:nvPr/>
        </p:nvSpPr>
        <p:spPr>
          <a:xfrm>
            <a:off x="6314663" y="2738663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04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13" name="Google Shape;113;p15"/>
          <p:cNvSpPr txBox="1"/>
          <p:nvPr>
            <p:ph idx="5" type="subTitle"/>
          </p:nvPr>
        </p:nvSpPr>
        <p:spPr>
          <a:xfrm>
            <a:off x="7055838" y="2738538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5"/>
          <p:cNvSpPr/>
          <p:nvPr/>
        </p:nvSpPr>
        <p:spPr>
          <a:xfrm>
            <a:off x="3746413" y="3959650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05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15" name="Google Shape;115;p15"/>
          <p:cNvSpPr txBox="1"/>
          <p:nvPr>
            <p:ph idx="6" type="subTitle"/>
          </p:nvPr>
        </p:nvSpPr>
        <p:spPr>
          <a:xfrm>
            <a:off x="4487588" y="3959525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6314663" y="3959713"/>
            <a:ext cx="548700" cy="458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06</a:t>
            </a:r>
            <a:endParaRPr b="1" sz="1800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17" name="Google Shape;117;p15"/>
          <p:cNvSpPr txBox="1"/>
          <p:nvPr>
            <p:ph idx="7" type="subTitle"/>
          </p:nvPr>
        </p:nvSpPr>
        <p:spPr>
          <a:xfrm>
            <a:off x="7055838" y="3959588"/>
            <a:ext cx="1257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118" name="Google Shape;118;p15"/>
          <p:cNvGrpSpPr/>
          <p:nvPr/>
        </p:nvGrpSpPr>
        <p:grpSpPr>
          <a:xfrm>
            <a:off x="924175" y="346675"/>
            <a:ext cx="392675" cy="392675"/>
            <a:chOff x="458050" y="265600"/>
            <a:chExt cx="392675" cy="392675"/>
          </a:xfrm>
        </p:grpSpPr>
        <p:sp>
          <p:nvSpPr>
            <p:cNvPr id="119" name="Google Shape;119;p1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8324675" y="4317441"/>
            <a:ext cx="908783" cy="908783"/>
            <a:chOff x="987244" y="313753"/>
            <a:chExt cx="555321" cy="555321"/>
          </a:xfrm>
        </p:grpSpPr>
        <p:grpSp>
          <p:nvGrpSpPr>
            <p:cNvPr id="124" name="Google Shape;124;p15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25" name="Google Shape;125;p1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29" name="Google Shape;129;p15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30" name="Google Shape;130;p1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- Image">
  <p:cSld name="CUSTOM_1">
    <p:bg>
      <p:bgPr>
        <a:solidFill>
          <a:schemeClr val="accen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6860150" y="-3575"/>
            <a:ext cx="2365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16"/>
          <p:cNvSpPr txBox="1"/>
          <p:nvPr>
            <p:ph type="title"/>
          </p:nvPr>
        </p:nvSpPr>
        <p:spPr>
          <a:xfrm>
            <a:off x="628425" y="561800"/>
            <a:ext cx="3739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7" name="Google Shape;137;p16"/>
          <p:cNvSpPr/>
          <p:nvPr>
            <p:ph idx="2" type="pic"/>
          </p:nvPr>
        </p:nvSpPr>
        <p:spPr>
          <a:xfrm>
            <a:off x="4664825" y="975600"/>
            <a:ext cx="4213800" cy="319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8" name="Google Shape;138;p16"/>
          <p:cNvSpPr txBox="1"/>
          <p:nvPr>
            <p:ph idx="1" type="body"/>
          </p:nvPr>
        </p:nvSpPr>
        <p:spPr>
          <a:xfrm>
            <a:off x="613575" y="1514238"/>
            <a:ext cx="3739200" cy="24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39" name="Google Shape;139;p16"/>
          <p:cNvGrpSpPr/>
          <p:nvPr/>
        </p:nvGrpSpPr>
        <p:grpSpPr>
          <a:xfrm>
            <a:off x="7788867" y="-840619"/>
            <a:ext cx="2277538" cy="2277538"/>
            <a:chOff x="987244" y="313753"/>
            <a:chExt cx="555321" cy="555321"/>
          </a:xfrm>
        </p:grpSpPr>
        <p:grpSp>
          <p:nvGrpSpPr>
            <p:cNvPr id="140" name="Google Shape;140;p16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41" name="Google Shape;141;p1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2" name="Google Shape;142;p1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3" name="Google Shape;143;p1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4" name="Google Shape;144;p1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45" name="Google Shape;145;p16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46" name="Google Shape;146;p1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" name="Google Shape;147;p1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8" name="Google Shape;148;p1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9" name="Google Shape;149;p1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150" name="Google Shape;150;p16"/>
          <p:cNvGrpSpPr/>
          <p:nvPr/>
        </p:nvGrpSpPr>
        <p:grpSpPr>
          <a:xfrm>
            <a:off x="73663" y="4895554"/>
            <a:ext cx="392675" cy="392675"/>
            <a:chOff x="458050" y="265600"/>
            <a:chExt cx="392675" cy="392675"/>
          </a:xfrm>
        </p:grpSpPr>
        <p:sp>
          <p:nvSpPr>
            <p:cNvPr id="151" name="Google Shape;151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" name="Google Shape;153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613563" y="4895542"/>
            <a:ext cx="392675" cy="392675"/>
            <a:chOff x="458050" y="265600"/>
            <a:chExt cx="392675" cy="392675"/>
          </a:xfrm>
        </p:grpSpPr>
        <p:sp>
          <p:nvSpPr>
            <p:cNvPr id="156" name="Google Shape;156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0" name="Google Shape;160;p16"/>
          <p:cNvGrpSpPr/>
          <p:nvPr/>
        </p:nvGrpSpPr>
        <p:grpSpPr>
          <a:xfrm>
            <a:off x="348063" y="4502879"/>
            <a:ext cx="392675" cy="392675"/>
            <a:chOff x="458050" y="265600"/>
            <a:chExt cx="392675" cy="392675"/>
          </a:xfrm>
        </p:grpSpPr>
        <p:sp>
          <p:nvSpPr>
            <p:cNvPr id="161" name="Google Shape;161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>
  <p:cSld name="CUSTOM_1_1">
    <p:bg>
      <p:bgPr>
        <a:solidFill>
          <a:schemeClr val="accen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8656225" y="0"/>
            <a:ext cx="559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270000" y="1219975"/>
            <a:ext cx="7596900" cy="27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69" name="Google Shape;169;p17"/>
          <p:cNvGrpSpPr/>
          <p:nvPr/>
        </p:nvGrpSpPr>
        <p:grpSpPr>
          <a:xfrm>
            <a:off x="73663" y="4677163"/>
            <a:ext cx="392675" cy="392675"/>
            <a:chOff x="458050" y="265600"/>
            <a:chExt cx="392675" cy="392675"/>
          </a:xfrm>
        </p:grpSpPr>
        <p:sp>
          <p:nvSpPr>
            <p:cNvPr id="170" name="Google Shape;170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4" name="Google Shape;174;p17"/>
          <p:cNvGrpSpPr/>
          <p:nvPr/>
        </p:nvGrpSpPr>
        <p:grpSpPr>
          <a:xfrm>
            <a:off x="613563" y="4677150"/>
            <a:ext cx="392675" cy="392675"/>
            <a:chOff x="458050" y="265600"/>
            <a:chExt cx="392675" cy="392675"/>
          </a:xfrm>
        </p:grpSpPr>
        <p:sp>
          <p:nvSpPr>
            <p:cNvPr id="175" name="Google Shape;175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9" name="Google Shape;179;p17"/>
          <p:cNvGrpSpPr/>
          <p:nvPr/>
        </p:nvGrpSpPr>
        <p:grpSpPr>
          <a:xfrm>
            <a:off x="348063" y="4284488"/>
            <a:ext cx="392675" cy="392675"/>
            <a:chOff x="458050" y="265600"/>
            <a:chExt cx="392675" cy="392675"/>
          </a:xfrm>
        </p:grpSpPr>
        <p:sp>
          <p:nvSpPr>
            <p:cNvPr id="180" name="Google Shape;180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84" name="Google Shape;184;p17"/>
          <p:cNvSpPr/>
          <p:nvPr/>
        </p:nvSpPr>
        <p:spPr>
          <a:xfrm>
            <a:off x="8137749" y="-626998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>
  <p:cSld name="CUSTOM_1_1_1">
    <p:bg>
      <p:bgPr>
        <a:solidFill>
          <a:schemeClr val="accen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idx="1" type="body"/>
          </p:nvPr>
        </p:nvSpPr>
        <p:spPr>
          <a:xfrm>
            <a:off x="270000" y="1410798"/>
            <a:ext cx="2346900" cy="24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Google Shape;187;p18"/>
          <p:cNvSpPr txBox="1"/>
          <p:nvPr>
            <p:ph idx="2" type="body"/>
          </p:nvPr>
        </p:nvSpPr>
        <p:spPr>
          <a:xfrm>
            <a:off x="6235900" y="1410798"/>
            <a:ext cx="2346900" cy="24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3" type="body"/>
          </p:nvPr>
        </p:nvSpPr>
        <p:spPr>
          <a:xfrm>
            <a:off x="3312275" y="1410798"/>
            <a:ext cx="2346900" cy="24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-890750" y="4354625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8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1" name="Google Shape;191;p18"/>
          <p:cNvGrpSpPr/>
          <p:nvPr/>
        </p:nvGrpSpPr>
        <p:grpSpPr>
          <a:xfrm>
            <a:off x="-307337" y="4600963"/>
            <a:ext cx="392675" cy="392675"/>
            <a:chOff x="458050" y="265600"/>
            <a:chExt cx="392675" cy="392675"/>
          </a:xfrm>
        </p:grpSpPr>
        <p:sp>
          <p:nvSpPr>
            <p:cNvPr id="192" name="Google Shape;192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232563" y="4600950"/>
            <a:ext cx="392675" cy="392675"/>
            <a:chOff x="458050" y="265600"/>
            <a:chExt cx="392675" cy="392675"/>
          </a:xfrm>
        </p:grpSpPr>
        <p:sp>
          <p:nvSpPr>
            <p:cNvPr id="197" name="Google Shape;197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-38206" y="4219963"/>
            <a:ext cx="392675" cy="392675"/>
            <a:chOff x="458050" y="265600"/>
            <a:chExt cx="392675" cy="392675"/>
          </a:xfrm>
        </p:grpSpPr>
        <p:sp>
          <p:nvSpPr>
            <p:cNvPr id="202" name="Google Shape;202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501694" y="4219950"/>
            <a:ext cx="392675" cy="392675"/>
            <a:chOff x="458050" y="265600"/>
            <a:chExt cx="392675" cy="392675"/>
          </a:xfrm>
        </p:grpSpPr>
        <p:sp>
          <p:nvSpPr>
            <p:cNvPr id="207" name="Google Shape;207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0" name="Google Shape;210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212" name="Google Shape;212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4" name="Google Shape;214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5" name="Google Shape;215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16" name="Google Shape;216;p18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217" name="Google Shape;217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9" name="Google Shape;219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0" name="Google Shape;220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21" name="Google Shape;221;p18"/>
          <p:cNvSpPr/>
          <p:nvPr/>
        </p:nvSpPr>
        <p:spPr>
          <a:xfrm>
            <a:off x="8137749" y="4148902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8"/>
          <p:cNvSpPr txBox="1"/>
          <p:nvPr>
            <p:ph type="title"/>
          </p:nvPr>
        </p:nvSpPr>
        <p:spPr>
          <a:xfrm>
            <a:off x="284850" y="574050"/>
            <a:ext cx="75969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n image and 4 bullets">
  <p:cSld name="CUSTOM_2">
    <p:bg>
      <p:bgPr>
        <a:solidFill>
          <a:schemeClr val="accent3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8361079" y="2599772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5" name="Google Shape;225;p19"/>
          <p:cNvGrpSpPr/>
          <p:nvPr/>
        </p:nvGrpSpPr>
        <p:grpSpPr>
          <a:xfrm>
            <a:off x="2378667" y="-688219"/>
            <a:ext cx="2277538" cy="2277538"/>
            <a:chOff x="987244" y="313753"/>
            <a:chExt cx="555321" cy="555321"/>
          </a:xfrm>
        </p:grpSpPr>
        <p:grpSp>
          <p:nvGrpSpPr>
            <p:cNvPr id="226" name="Google Shape;226;p19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27" name="Google Shape;227;p1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28" name="Google Shape;228;p1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29" name="Google Shape;229;p1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0" name="Google Shape;230;p1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31" name="Google Shape;231;p19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32" name="Google Shape;232;p1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3" name="Google Shape;233;p1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4" name="Google Shape;234;p1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5" name="Google Shape;235;p1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36" name="Google Shape;236;p19"/>
          <p:cNvSpPr/>
          <p:nvPr/>
        </p:nvSpPr>
        <p:spPr>
          <a:xfrm>
            <a:off x="-60650" y="2429400"/>
            <a:ext cx="4167600" cy="27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4651625" y="1951925"/>
            <a:ext cx="4194000" cy="845400"/>
          </a:xfrm>
          <a:prstGeom prst="snip1Rect">
            <a:avLst>
              <a:gd fmla="val 277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9"/>
          <p:cNvSpPr txBox="1"/>
          <p:nvPr>
            <p:ph type="title"/>
          </p:nvPr>
        </p:nvSpPr>
        <p:spPr>
          <a:xfrm>
            <a:off x="4664825" y="269950"/>
            <a:ext cx="41676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9" name="Google Shape;239;p19"/>
          <p:cNvSpPr txBox="1"/>
          <p:nvPr>
            <p:ph idx="1" type="body"/>
          </p:nvPr>
        </p:nvSpPr>
        <p:spPr>
          <a:xfrm>
            <a:off x="5203850" y="2064275"/>
            <a:ext cx="3452100" cy="62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19"/>
          <p:cNvSpPr/>
          <p:nvPr/>
        </p:nvSpPr>
        <p:spPr>
          <a:xfrm>
            <a:off x="4801450" y="2246225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651625" y="2986563"/>
            <a:ext cx="4194000" cy="845400"/>
          </a:xfrm>
          <a:prstGeom prst="snip1Rect">
            <a:avLst>
              <a:gd fmla="val 277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19"/>
          <p:cNvSpPr txBox="1"/>
          <p:nvPr>
            <p:ph idx="2" type="body"/>
          </p:nvPr>
        </p:nvSpPr>
        <p:spPr>
          <a:xfrm>
            <a:off x="5203850" y="3098913"/>
            <a:ext cx="3452100" cy="62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3" name="Google Shape;243;p19"/>
          <p:cNvSpPr/>
          <p:nvPr/>
        </p:nvSpPr>
        <p:spPr>
          <a:xfrm>
            <a:off x="4801450" y="3280863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4664825" y="4021200"/>
            <a:ext cx="4194000" cy="845400"/>
          </a:xfrm>
          <a:prstGeom prst="snip1Rect">
            <a:avLst>
              <a:gd fmla="val 277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19"/>
          <p:cNvSpPr txBox="1"/>
          <p:nvPr>
            <p:ph idx="3" type="body"/>
          </p:nvPr>
        </p:nvSpPr>
        <p:spPr>
          <a:xfrm>
            <a:off x="5217050" y="4133550"/>
            <a:ext cx="3452100" cy="62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6" name="Google Shape;246;p19"/>
          <p:cNvSpPr/>
          <p:nvPr/>
        </p:nvSpPr>
        <p:spPr>
          <a:xfrm>
            <a:off x="4814650" y="4315500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-60650" y="-85625"/>
            <a:ext cx="2360700" cy="25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9"/>
          <p:cNvSpPr/>
          <p:nvPr>
            <p:ph idx="4" type="pic"/>
          </p:nvPr>
        </p:nvSpPr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9" name="Google Shape;249;p19"/>
          <p:cNvSpPr/>
          <p:nvPr/>
        </p:nvSpPr>
        <p:spPr>
          <a:xfrm>
            <a:off x="-60650" y="4869525"/>
            <a:ext cx="342600" cy="321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4651625" y="917288"/>
            <a:ext cx="4194000" cy="845400"/>
          </a:xfrm>
          <a:prstGeom prst="snip1Rect">
            <a:avLst>
              <a:gd fmla="val 277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19"/>
          <p:cNvSpPr txBox="1"/>
          <p:nvPr>
            <p:ph idx="5" type="body"/>
          </p:nvPr>
        </p:nvSpPr>
        <p:spPr>
          <a:xfrm>
            <a:off x="5203850" y="1029638"/>
            <a:ext cx="3452100" cy="62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19"/>
          <p:cNvSpPr/>
          <p:nvPr/>
        </p:nvSpPr>
        <p:spPr>
          <a:xfrm>
            <a:off x="4801450" y="1211588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CUSTOM_2_1">
    <p:bg>
      <p:bgPr>
        <a:solidFill>
          <a:schemeClr val="accent3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/>
          <p:nvPr/>
        </p:nvSpPr>
        <p:spPr>
          <a:xfrm>
            <a:off x="8361079" y="4047572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5" name="Google Shape;255;p20"/>
          <p:cNvGrpSpPr/>
          <p:nvPr/>
        </p:nvGrpSpPr>
        <p:grpSpPr>
          <a:xfrm>
            <a:off x="2378667" y="-688219"/>
            <a:ext cx="2277538" cy="2277538"/>
            <a:chOff x="987244" y="313753"/>
            <a:chExt cx="555321" cy="555321"/>
          </a:xfrm>
        </p:grpSpPr>
        <p:grpSp>
          <p:nvGrpSpPr>
            <p:cNvPr id="256" name="Google Shape;256;p2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57" name="Google Shape;257;p2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9" name="Google Shape;259;p2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0" name="Google Shape;260;p2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61" name="Google Shape;261;p2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62" name="Google Shape;262;p2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3" name="Google Shape;263;p2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4" name="Google Shape;264;p2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5" name="Google Shape;265;p2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66" name="Google Shape;266;p20"/>
          <p:cNvSpPr/>
          <p:nvPr/>
        </p:nvSpPr>
        <p:spPr>
          <a:xfrm>
            <a:off x="-60650" y="2429400"/>
            <a:ext cx="4167600" cy="27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20"/>
          <p:cNvSpPr txBox="1"/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8" name="Google Shape;268;p20"/>
          <p:cNvSpPr/>
          <p:nvPr/>
        </p:nvSpPr>
        <p:spPr>
          <a:xfrm>
            <a:off x="-60650" y="-85625"/>
            <a:ext cx="2360700" cy="25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20"/>
          <p:cNvSpPr/>
          <p:nvPr>
            <p:ph idx="2" type="pic"/>
          </p:nvPr>
        </p:nvSpPr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0" name="Google Shape;270;p20"/>
          <p:cNvSpPr/>
          <p:nvPr/>
        </p:nvSpPr>
        <p:spPr>
          <a:xfrm>
            <a:off x="-60650" y="4869525"/>
            <a:ext cx="342600" cy="321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20"/>
          <p:cNvSpPr txBox="1"/>
          <p:nvPr>
            <p:ph idx="1" type="body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CUSTOM_9">
    <p:bg>
      <p:bgPr>
        <a:solidFill>
          <a:schemeClr val="accen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/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274" name="Google Shape;274;p21"/>
          <p:cNvGrpSpPr/>
          <p:nvPr/>
        </p:nvGrpSpPr>
        <p:grpSpPr>
          <a:xfrm>
            <a:off x="-1098745" y="3967456"/>
            <a:ext cx="2277538" cy="2277538"/>
            <a:chOff x="987244" y="313753"/>
            <a:chExt cx="555321" cy="555321"/>
          </a:xfrm>
        </p:grpSpPr>
        <p:grpSp>
          <p:nvGrpSpPr>
            <p:cNvPr id="275" name="Google Shape;275;p21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76" name="Google Shape;276;p21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77" name="Google Shape;277;p21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78" name="Google Shape;278;p21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79" name="Google Shape;279;p21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80" name="Google Shape;280;p21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81" name="Google Shape;281;p21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82" name="Google Shape;282;p21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83" name="Google Shape;283;p21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84" name="Google Shape;284;p21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85" name="Google Shape;285;p21"/>
          <p:cNvSpPr/>
          <p:nvPr/>
        </p:nvSpPr>
        <p:spPr>
          <a:xfrm flipH="1">
            <a:off x="5007801" y="2429400"/>
            <a:ext cx="4167600" cy="27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6" name="Google Shape;286;p21"/>
          <p:cNvSpPr/>
          <p:nvPr/>
        </p:nvSpPr>
        <p:spPr>
          <a:xfrm flipH="1">
            <a:off x="6804234" y="-85625"/>
            <a:ext cx="2360700" cy="25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p21"/>
          <p:cNvSpPr/>
          <p:nvPr>
            <p:ph idx="2" type="pic"/>
          </p:nvPr>
        </p:nvSpPr>
        <p:spPr>
          <a:xfrm>
            <a:off x="5350276" y="267550"/>
            <a:ext cx="3476400" cy="4599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8" name="Google Shape;288;p21"/>
          <p:cNvSpPr/>
          <p:nvPr/>
        </p:nvSpPr>
        <p:spPr>
          <a:xfrm>
            <a:off x="8805742" y="4869525"/>
            <a:ext cx="342600" cy="321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8158683" y="-707823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0" name="Google Shape;290;p21"/>
          <p:cNvSpPr txBox="1"/>
          <p:nvPr>
            <p:ph idx="1" type="body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CUSTOM_9_1">
    <p:bg>
      <p:bgPr>
        <a:solidFill>
          <a:schemeClr val="accent5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/>
          <p:nvPr/>
        </p:nvSpPr>
        <p:spPr>
          <a:xfrm flipH="1" rot="10800000">
            <a:off x="-1754575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22"/>
          <p:cNvSpPr txBox="1"/>
          <p:nvPr>
            <p:ph type="title"/>
          </p:nvPr>
        </p:nvSpPr>
        <p:spPr>
          <a:xfrm>
            <a:off x="420600" y="374600"/>
            <a:ext cx="75447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94" name="Google Shape;294;p22"/>
          <p:cNvGrpSpPr/>
          <p:nvPr/>
        </p:nvGrpSpPr>
        <p:grpSpPr>
          <a:xfrm>
            <a:off x="-1098745" y="3967456"/>
            <a:ext cx="2277538" cy="2277538"/>
            <a:chOff x="987244" y="313753"/>
            <a:chExt cx="555321" cy="555321"/>
          </a:xfrm>
        </p:grpSpPr>
        <p:grpSp>
          <p:nvGrpSpPr>
            <p:cNvPr id="295" name="Google Shape;295;p22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96" name="Google Shape;296;p2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97" name="Google Shape;297;p2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98" name="Google Shape;298;p2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99" name="Google Shape;299;p2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00" name="Google Shape;300;p22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301" name="Google Shape;301;p2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2" name="Google Shape;302;p2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3" name="Google Shape;303;p2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4" name="Google Shape;304;p2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305" name="Google Shape;305;p22"/>
          <p:cNvSpPr/>
          <p:nvPr/>
        </p:nvSpPr>
        <p:spPr>
          <a:xfrm>
            <a:off x="8158683" y="-707823"/>
            <a:ext cx="1588200" cy="1588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22"/>
          <p:cNvSpPr txBox="1"/>
          <p:nvPr>
            <p:ph idx="1" type="body"/>
          </p:nvPr>
        </p:nvSpPr>
        <p:spPr>
          <a:xfrm>
            <a:off x="420600" y="1458800"/>
            <a:ext cx="83028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7" name="Google Shape;307;p22"/>
          <p:cNvSpPr/>
          <p:nvPr/>
        </p:nvSpPr>
        <p:spPr>
          <a:xfrm flipH="1">
            <a:off x="7099800" y="4354625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ith 6 bullets">
  <p:cSld name="CUSTOM_3">
    <p:bg>
      <p:bgPr>
        <a:solidFill>
          <a:schemeClr val="accen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/>
          <p:nvPr/>
        </p:nvSpPr>
        <p:spPr>
          <a:xfrm>
            <a:off x="281825" y="1502750"/>
            <a:ext cx="8588100" cy="90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p23"/>
          <p:cNvSpPr txBox="1"/>
          <p:nvPr>
            <p:ph type="title"/>
          </p:nvPr>
        </p:nvSpPr>
        <p:spPr>
          <a:xfrm>
            <a:off x="311700" y="269946"/>
            <a:ext cx="8520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11" name="Google Shape;311;p23"/>
          <p:cNvSpPr txBox="1"/>
          <p:nvPr>
            <p:ph idx="1" type="body"/>
          </p:nvPr>
        </p:nvSpPr>
        <p:spPr>
          <a:xfrm>
            <a:off x="6671475" y="16632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2" type="body"/>
          </p:nvPr>
        </p:nvSpPr>
        <p:spPr>
          <a:xfrm>
            <a:off x="503625" y="16632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3" name="Google Shape;313;p23"/>
          <p:cNvSpPr/>
          <p:nvPr/>
        </p:nvSpPr>
        <p:spPr>
          <a:xfrm>
            <a:off x="281825" y="2412350"/>
            <a:ext cx="8588100" cy="90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23"/>
          <p:cNvSpPr txBox="1"/>
          <p:nvPr>
            <p:ph idx="3" type="body"/>
          </p:nvPr>
        </p:nvSpPr>
        <p:spPr>
          <a:xfrm>
            <a:off x="6671475" y="25728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5" name="Google Shape;315;p23"/>
          <p:cNvSpPr txBox="1"/>
          <p:nvPr>
            <p:ph idx="4" type="body"/>
          </p:nvPr>
        </p:nvSpPr>
        <p:spPr>
          <a:xfrm>
            <a:off x="503625" y="25728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6" name="Google Shape;316;p23"/>
          <p:cNvSpPr/>
          <p:nvPr/>
        </p:nvSpPr>
        <p:spPr>
          <a:xfrm>
            <a:off x="281825" y="3321950"/>
            <a:ext cx="8588100" cy="9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23"/>
          <p:cNvSpPr txBox="1"/>
          <p:nvPr>
            <p:ph idx="5" type="body"/>
          </p:nvPr>
        </p:nvSpPr>
        <p:spPr>
          <a:xfrm>
            <a:off x="6671475" y="34824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3"/>
          <p:cNvSpPr txBox="1"/>
          <p:nvPr>
            <p:ph idx="6" type="body"/>
          </p:nvPr>
        </p:nvSpPr>
        <p:spPr>
          <a:xfrm>
            <a:off x="503625" y="3482450"/>
            <a:ext cx="1968900" cy="5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9" name="Google Shape;319;p23"/>
          <p:cNvSpPr/>
          <p:nvPr/>
        </p:nvSpPr>
        <p:spPr>
          <a:xfrm flipH="1">
            <a:off x="3030900" y="1078800"/>
            <a:ext cx="3082200" cy="3576600"/>
          </a:xfrm>
          <a:prstGeom prst="snip2DiagRect">
            <a:avLst>
              <a:gd fmla="val 0" name="adj1"/>
              <a:gd fmla="val 24373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0" name="Google Shape;320;p23"/>
          <p:cNvSpPr/>
          <p:nvPr>
            <p:ph idx="7" type="pic"/>
          </p:nvPr>
        </p:nvSpPr>
        <p:spPr>
          <a:xfrm>
            <a:off x="3211500" y="1232599"/>
            <a:ext cx="2721000" cy="3269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321" name="Google Shape;321;p23"/>
          <p:cNvSpPr/>
          <p:nvPr/>
        </p:nvSpPr>
        <p:spPr>
          <a:xfrm>
            <a:off x="6269584" y="1833050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6269597" y="2747900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6269597" y="3657500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2629009" y="1835675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2629022" y="2750525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2629022" y="3660125"/>
            <a:ext cx="245400" cy="238500"/>
          </a:xfrm>
          <a:prstGeom prst="plus">
            <a:avLst>
              <a:gd fmla="val 3802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CUSTOM_4">
    <p:bg>
      <p:bgPr>
        <a:solidFill>
          <a:schemeClr val="accen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4"/>
          <p:cNvSpPr txBox="1"/>
          <p:nvPr>
            <p:ph type="title"/>
          </p:nvPr>
        </p:nvSpPr>
        <p:spPr>
          <a:xfrm>
            <a:off x="311700" y="269951"/>
            <a:ext cx="85206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329" name="Google Shape;329;p24"/>
          <p:cNvGrpSpPr/>
          <p:nvPr/>
        </p:nvGrpSpPr>
        <p:grpSpPr>
          <a:xfrm>
            <a:off x="266400" y="2663100"/>
            <a:ext cx="2835600" cy="378533"/>
            <a:chOff x="266400" y="2262650"/>
            <a:chExt cx="2835600" cy="378533"/>
          </a:xfrm>
        </p:grpSpPr>
        <p:sp>
          <p:nvSpPr>
            <p:cNvPr id="330" name="Google Shape;330;p24"/>
            <p:cNvSpPr/>
            <p:nvPr/>
          </p:nvSpPr>
          <p:spPr>
            <a:xfrm>
              <a:off x="266400" y="2262650"/>
              <a:ext cx="2835600" cy="189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 flipH="1" rot="10800000">
              <a:off x="1566600" y="2451283"/>
              <a:ext cx="235200" cy="189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32" name="Google Shape;332;p24"/>
          <p:cNvGrpSpPr/>
          <p:nvPr/>
        </p:nvGrpSpPr>
        <p:grpSpPr>
          <a:xfrm>
            <a:off x="6034350" y="2663100"/>
            <a:ext cx="2835600" cy="377782"/>
            <a:chOff x="266400" y="2262650"/>
            <a:chExt cx="2835600" cy="377782"/>
          </a:xfrm>
        </p:grpSpPr>
        <p:sp>
          <p:nvSpPr>
            <p:cNvPr id="333" name="Google Shape;333;p24"/>
            <p:cNvSpPr/>
            <p:nvPr/>
          </p:nvSpPr>
          <p:spPr>
            <a:xfrm>
              <a:off x="266400" y="2262650"/>
              <a:ext cx="2835600" cy="189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 flipH="1" rot="10800000">
              <a:off x="1566600" y="2450532"/>
              <a:ext cx="235200" cy="189900"/>
            </a:xfrm>
            <a:prstGeom prst="triangle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35" name="Google Shape;335;p24"/>
          <p:cNvGrpSpPr/>
          <p:nvPr/>
        </p:nvGrpSpPr>
        <p:grpSpPr>
          <a:xfrm flipH="1" rot="10800000">
            <a:off x="3102250" y="2475168"/>
            <a:ext cx="2936700" cy="377832"/>
            <a:chOff x="218275" y="2223950"/>
            <a:chExt cx="2936700" cy="377832"/>
          </a:xfrm>
        </p:grpSpPr>
        <p:sp>
          <p:nvSpPr>
            <p:cNvPr id="336" name="Google Shape;336;p24"/>
            <p:cNvSpPr/>
            <p:nvPr/>
          </p:nvSpPr>
          <p:spPr>
            <a:xfrm>
              <a:off x="218275" y="2223950"/>
              <a:ext cx="2936700" cy="189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7" name="Google Shape;337;p24"/>
            <p:cNvSpPr/>
            <p:nvPr/>
          </p:nvSpPr>
          <p:spPr>
            <a:xfrm flipH="1" rot="10800000">
              <a:off x="1566600" y="2411882"/>
              <a:ext cx="235200" cy="189900"/>
            </a:xfrm>
            <a:prstGeom prst="triangl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cxnSp>
        <p:nvCxnSpPr>
          <p:cNvPr id="338" name="Google Shape;338;p24"/>
          <p:cNvCxnSpPr/>
          <p:nvPr/>
        </p:nvCxnSpPr>
        <p:spPr>
          <a:xfrm>
            <a:off x="3099875" y="2264000"/>
            <a:ext cx="0" cy="90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4"/>
          <p:cNvCxnSpPr/>
          <p:nvPr/>
        </p:nvCxnSpPr>
        <p:spPr>
          <a:xfrm>
            <a:off x="6038950" y="2264000"/>
            <a:ext cx="0" cy="90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340" name="Google Shape;340;p24"/>
          <p:cNvSpPr txBox="1"/>
          <p:nvPr>
            <p:ph idx="1" type="subTitle"/>
          </p:nvPr>
        </p:nvSpPr>
        <p:spPr>
          <a:xfrm>
            <a:off x="1037788" y="3173000"/>
            <a:ext cx="12834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DM Sans SemiBold"/>
              <a:buNone/>
              <a:defRPr sz="1400">
                <a:solidFill>
                  <a:schemeClr val="accent2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1" name="Google Shape;341;p24"/>
          <p:cNvSpPr txBox="1"/>
          <p:nvPr>
            <p:ph idx="2" type="body"/>
          </p:nvPr>
        </p:nvSpPr>
        <p:spPr>
          <a:xfrm>
            <a:off x="1020050" y="1886300"/>
            <a:ext cx="1283400" cy="37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2" name="Google Shape;342;p24"/>
          <p:cNvSpPr txBox="1"/>
          <p:nvPr>
            <p:ph idx="3" type="subTitle"/>
          </p:nvPr>
        </p:nvSpPr>
        <p:spPr>
          <a:xfrm>
            <a:off x="3926050" y="1966400"/>
            <a:ext cx="1283400" cy="29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DM Sans SemiBold"/>
              <a:buNone/>
              <a:defRPr sz="1400">
                <a:solidFill>
                  <a:schemeClr val="accent6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3" name="Google Shape;343;p24"/>
          <p:cNvSpPr txBox="1"/>
          <p:nvPr>
            <p:ph idx="4" type="body"/>
          </p:nvPr>
        </p:nvSpPr>
        <p:spPr>
          <a:xfrm>
            <a:off x="3929375" y="3064175"/>
            <a:ext cx="12834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4" name="Google Shape;344;p24"/>
          <p:cNvSpPr txBox="1"/>
          <p:nvPr>
            <p:ph idx="5" type="subTitle"/>
          </p:nvPr>
        </p:nvSpPr>
        <p:spPr>
          <a:xfrm>
            <a:off x="6810456" y="3173000"/>
            <a:ext cx="12834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DM Sans SemiBold"/>
              <a:buNone/>
              <a:defRPr sz="1400">
                <a:solidFill>
                  <a:schemeClr val="accent3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5" name="Google Shape;345;p24"/>
          <p:cNvSpPr txBox="1"/>
          <p:nvPr>
            <p:ph idx="6" type="body"/>
          </p:nvPr>
        </p:nvSpPr>
        <p:spPr>
          <a:xfrm>
            <a:off x="6769313" y="1886300"/>
            <a:ext cx="1283400" cy="37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346" name="Google Shape;346;p24"/>
          <p:cNvGrpSpPr/>
          <p:nvPr/>
        </p:nvGrpSpPr>
        <p:grpSpPr>
          <a:xfrm>
            <a:off x="-824158" y="3670122"/>
            <a:ext cx="2277538" cy="2277538"/>
            <a:chOff x="987244" y="313753"/>
            <a:chExt cx="555321" cy="555321"/>
          </a:xfrm>
        </p:grpSpPr>
        <p:grpSp>
          <p:nvGrpSpPr>
            <p:cNvPr id="347" name="Google Shape;347;p2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348" name="Google Shape;348;p2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49" name="Google Shape;349;p2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0" name="Google Shape;350;p2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1" name="Google Shape;351;p2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52" name="Google Shape;352;p2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353" name="Google Shape;353;p2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4" name="Google Shape;354;p2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357" name="Google Shape;357;p24"/>
          <p:cNvGrpSpPr/>
          <p:nvPr/>
        </p:nvGrpSpPr>
        <p:grpSpPr>
          <a:xfrm>
            <a:off x="8303263" y="28963"/>
            <a:ext cx="392675" cy="392675"/>
            <a:chOff x="458050" y="265600"/>
            <a:chExt cx="392675" cy="392675"/>
          </a:xfrm>
        </p:grpSpPr>
        <p:sp>
          <p:nvSpPr>
            <p:cNvPr id="358" name="Google Shape;358;p2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0" name="Google Shape;360;p2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1" name="Google Shape;361;p2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2" name="Google Shape;362;p24"/>
          <p:cNvGrpSpPr/>
          <p:nvPr/>
        </p:nvGrpSpPr>
        <p:grpSpPr>
          <a:xfrm>
            <a:off x="8843163" y="28950"/>
            <a:ext cx="392675" cy="392675"/>
            <a:chOff x="458050" y="265600"/>
            <a:chExt cx="392675" cy="392675"/>
          </a:xfrm>
        </p:grpSpPr>
        <p:sp>
          <p:nvSpPr>
            <p:cNvPr id="363" name="Google Shape;363;p2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4" name="Google Shape;364;p2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6" name="Google Shape;366;p2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7" name="Google Shape;367;p24"/>
          <p:cNvGrpSpPr/>
          <p:nvPr/>
        </p:nvGrpSpPr>
        <p:grpSpPr>
          <a:xfrm>
            <a:off x="8567531" y="465897"/>
            <a:ext cx="392675" cy="392675"/>
            <a:chOff x="458050" y="265600"/>
            <a:chExt cx="392675" cy="392675"/>
          </a:xfrm>
        </p:grpSpPr>
        <p:sp>
          <p:nvSpPr>
            <p:cNvPr id="368" name="Google Shape;368;p2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0" name="Google Shape;370;p2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1" name="Google Shape;371;p2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72" name="Google Shape;372;p24"/>
          <p:cNvGrpSpPr/>
          <p:nvPr/>
        </p:nvGrpSpPr>
        <p:grpSpPr>
          <a:xfrm>
            <a:off x="9107431" y="465884"/>
            <a:ext cx="392675" cy="392675"/>
            <a:chOff x="458050" y="265600"/>
            <a:chExt cx="392675" cy="392675"/>
          </a:xfrm>
        </p:grpSpPr>
        <p:sp>
          <p:nvSpPr>
            <p:cNvPr id="373" name="Google Shape;373;p2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4" name="Google Shape;374;p2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5" name="Google Shape;375;p2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6" name="Google Shape;376;p2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">
  <p:cSld name="CUSTOM_4_1">
    <p:bg>
      <p:bgPr>
        <a:solidFill>
          <a:schemeClr val="accent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"/>
          <p:cNvSpPr txBox="1"/>
          <p:nvPr>
            <p:ph type="title"/>
          </p:nvPr>
        </p:nvSpPr>
        <p:spPr>
          <a:xfrm>
            <a:off x="311700" y="269951"/>
            <a:ext cx="85206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379" name="Google Shape;379;p25"/>
          <p:cNvGrpSpPr/>
          <p:nvPr/>
        </p:nvGrpSpPr>
        <p:grpSpPr>
          <a:xfrm rot="-5400000">
            <a:off x="1877868" y="1797262"/>
            <a:ext cx="927868" cy="202603"/>
            <a:chOff x="1082850" y="2340833"/>
            <a:chExt cx="2019300" cy="195299"/>
          </a:xfrm>
        </p:grpSpPr>
        <p:sp>
          <p:nvSpPr>
            <p:cNvPr id="380" name="Google Shape;380;p25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1" name="Google Shape;381;p25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82" name="Google Shape;382;p25"/>
          <p:cNvSpPr txBox="1"/>
          <p:nvPr>
            <p:ph idx="1" type="subTitle"/>
          </p:nvPr>
        </p:nvSpPr>
        <p:spPr>
          <a:xfrm>
            <a:off x="749913" y="1749763"/>
            <a:ext cx="1283400" cy="2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 SemiBold"/>
              <a:buNone/>
              <a:defRPr sz="1200">
                <a:solidFill>
                  <a:schemeClr val="accent2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25"/>
          <p:cNvSpPr txBox="1"/>
          <p:nvPr>
            <p:ph idx="2" type="body"/>
          </p:nvPr>
        </p:nvSpPr>
        <p:spPr>
          <a:xfrm>
            <a:off x="2650275" y="1709725"/>
            <a:ext cx="5743800" cy="37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384" name="Google Shape;384;p25"/>
          <p:cNvGrpSpPr/>
          <p:nvPr/>
        </p:nvGrpSpPr>
        <p:grpSpPr>
          <a:xfrm>
            <a:off x="7701292" y="3734734"/>
            <a:ext cx="2277538" cy="2277538"/>
            <a:chOff x="987244" y="313753"/>
            <a:chExt cx="555321" cy="555321"/>
          </a:xfrm>
        </p:grpSpPr>
        <p:grpSp>
          <p:nvGrpSpPr>
            <p:cNvPr id="385" name="Google Shape;385;p25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386" name="Google Shape;386;p2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87" name="Google Shape;387;p2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88" name="Google Shape;388;p2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89" name="Google Shape;389;p2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90" name="Google Shape;390;p25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391" name="Google Shape;391;p2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92" name="Google Shape;392;p2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93" name="Google Shape;393;p2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94" name="Google Shape;394;p2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395" name="Google Shape;395;p25"/>
          <p:cNvGrpSpPr/>
          <p:nvPr/>
        </p:nvGrpSpPr>
        <p:grpSpPr>
          <a:xfrm>
            <a:off x="-459737" y="28963"/>
            <a:ext cx="392675" cy="392675"/>
            <a:chOff x="458050" y="265600"/>
            <a:chExt cx="392675" cy="392675"/>
          </a:xfrm>
        </p:grpSpPr>
        <p:sp>
          <p:nvSpPr>
            <p:cNvPr id="396" name="Google Shape;396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7" name="Google Shape;397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8" name="Google Shape;398;p2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9" name="Google Shape;399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00" name="Google Shape;400;p25"/>
          <p:cNvGrpSpPr/>
          <p:nvPr/>
        </p:nvGrpSpPr>
        <p:grpSpPr>
          <a:xfrm>
            <a:off x="80163" y="28950"/>
            <a:ext cx="392675" cy="392675"/>
            <a:chOff x="458050" y="265600"/>
            <a:chExt cx="392675" cy="392675"/>
          </a:xfrm>
        </p:grpSpPr>
        <p:sp>
          <p:nvSpPr>
            <p:cNvPr id="401" name="Google Shape;401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2" name="Google Shape;402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3" name="Google Shape;403;p2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4" name="Google Shape;404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05" name="Google Shape;405;p25"/>
          <p:cNvGrpSpPr/>
          <p:nvPr/>
        </p:nvGrpSpPr>
        <p:grpSpPr>
          <a:xfrm>
            <a:off x="-195469" y="465897"/>
            <a:ext cx="392675" cy="392675"/>
            <a:chOff x="458050" y="265600"/>
            <a:chExt cx="392675" cy="392675"/>
          </a:xfrm>
        </p:grpSpPr>
        <p:sp>
          <p:nvSpPr>
            <p:cNvPr id="406" name="Google Shape;406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7" name="Google Shape;407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8" name="Google Shape;408;p2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9" name="Google Shape;409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10" name="Google Shape;410;p25"/>
          <p:cNvGrpSpPr/>
          <p:nvPr/>
        </p:nvGrpSpPr>
        <p:grpSpPr>
          <a:xfrm>
            <a:off x="344431" y="465884"/>
            <a:ext cx="392675" cy="392675"/>
            <a:chOff x="458050" y="265600"/>
            <a:chExt cx="392675" cy="392675"/>
          </a:xfrm>
        </p:grpSpPr>
        <p:sp>
          <p:nvSpPr>
            <p:cNvPr id="411" name="Google Shape;411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4" name="Google Shape;414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15" name="Google Shape;415;p25"/>
          <p:cNvGrpSpPr/>
          <p:nvPr/>
        </p:nvGrpSpPr>
        <p:grpSpPr>
          <a:xfrm rot="-5400000">
            <a:off x="1877749" y="2729577"/>
            <a:ext cx="927868" cy="202603"/>
            <a:chOff x="1082850" y="2340833"/>
            <a:chExt cx="2019300" cy="195299"/>
          </a:xfrm>
        </p:grpSpPr>
        <p:sp>
          <p:nvSpPr>
            <p:cNvPr id="416" name="Google Shape;416;p25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7" name="Google Shape;417;p25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18" name="Google Shape;418;p25"/>
          <p:cNvSpPr txBox="1"/>
          <p:nvPr>
            <p:ph idx="3" type="subTitle"/>
          </p:nvPr>
        </p:nvSpPr>
        <p:spPr>
          <a:xfrm>
            <a:off x="749794" y="2682078"/>
            <a:ext cx="1283400" cy="2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SemiBold"/>
              <a:buNone/>
              <a:defRPr sz="1200">
                <a:solidFill>
                  <a:schemeClr val="accent6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19" name="Google Shape;419;p25"/>
          <p:cNvSpPr txBox="1"/>
          <p:nvPr>
            <p:ph idx="4" type="body"/>
          </p:nvPr>
        </p:nvSpPr>
        <p:spPr>
          <a:xfrm>
            <a:off x="2650156" y="2642040"/>
            <a:ext cx="5743800" cy="37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420" name="Google Shape;420;p25"/>
          <p:cNvGrpSpPr/>
          <p:nvPr/>
        </p:nvGrpSpPr>
        <p:grpSpPr>
          <a:xfrm rot="-5400000">
            <a:off x="1877874" y="3657452"/>
            <a:ext cx="927868" cy="202603"/>
            <a:chOff x="1082850" y="2340833"/>
            <a:chExt cx="2019300" cy="195299"/>
          </a:xfrm>
        </p:grpSpPr>
        <p:sp>
          <p:nvSpPr>
            <p:cNvPr id="421" name="Google Shape;421;p25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22" name="Google Shape;422;p25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23" name="Google Shape;423;p25"/>
          <p:cNvSpPr txBox="1"/>
          <p:nvPr>
            <p:ph idx="5" type="subTitle"/>
          </p:nvPr>
        </p:nvSpPr>
        <p:spPr>
          <a:xfrm>
            <a:off x="749919" y="3609953"/>
            <a:ext cx="1283400" cy="2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SemiBold"/>
              <a:buNone/>
              <a:defRPr sz="1200">
                <a:solidFill>
                  <a:schemeClr val="accent3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24" name="Google Shape;424;p25"/>
          <p:cNvSpPr txBox="1"/>
          <p:nvPr>
            <p:ph idx="6" type="body"/>
          </p:nvPr>
        </p:nvSpPr>
        <p:spPr>
          <a:xfrm>
            <a:off x="2650281" y="3569915"/>
            <a:ext cx="5743800" cy="37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 1">
  <p:cSld name="CUSTOM_4_1_1">
    <p:bg>
      <p:bgPr>
        <a:solidFill>
          <a:schemeClr val="accent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26"/>
          <p:cNvGrpSpPr/>
          <p:nvPr/>
        </p:nvGrpSpPr>
        <p:grpSpPr>
          <a:xfrm rot="-5400000">
            <a:off x="1732654" y="2389064"/>
            <a:ext cx="808326" cy="176511"/>
            <a:chOff x="1082850" y="2340833"/>
            <a:chExt cx="2019300" cy="195299"/>
          </a:xfrm>
        </p:grpSpPr>
        <p:sp>
          <p:nvSpPr>
            <p:cNvPr id="427" name="Google Shape;427;p26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28" name="Google Shape;428;p26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29" name="Google Shape;429;p26"/>
          <p:cNvSpPr txBox="1"/>
          <p:nvPr>
            <p:ph idx="1" type="subTitle"/>
          </p:nvPr>
        </p:nvSpPr>
        <p:spPr>
          <a:xfrm>
            <a:off x="749903" y="2347665"/>
            <a:ext cx="1118100" cy="25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 SemiBold"/>
              <a:buNone/>
              <a:defRPr sz="1200">
                <a:solidFill>
                  <a:schemeClr val="accent2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30" name="Google Shape;430;p26"/>
          <p:cNvSpPr txBox="1"/>
          <p:nvPr>
            <p:ph idx="2" type="body"/>
          </p:nvPr>
        </p:nvSpPr>
        <p:spPr>
          <a:xfrm>
            <a:off x="2405472" y="2312775"/>
            <a:ext cx="59748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431" name="Google Shape;431;p26"/>
          <p:cNvGrpSpPr/>
          <p:nvPr/>
        </p:nvGrpSpPr>
        <p:grpSpPr>
          <a:xfrm rot="-5400000">
            <a:off x="1732550" y="3201285"/>
            <a:ext cx="808326" cy="176511"/>
            <a:chOff x="1082850" y="2340833"/>
            <a:chExt cx="2019300" cy="195299"/>
          </a:xfrm>
        </p:grpSpPr>
        <p:sp>
          <p:nvSpPr>
            <p:cNvPr id="432" name="Google Shape;432;p26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3" name="Google Shape;433;p26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34" name="Google Shape;434;p26"/>
          <p:cNvSpPr txBox="1"/>
          <p:nvPr>
            <p:ph idx="3" type="subTitle"/>
          </p:nvPr>
        </p:nvSpPr>
        <p:spPr>
          <a:xfrm>
            <a:off x="749799" y="3159886"/>
            <a:ext cx="1118100" cy="25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SemiBold"/>
              <a:buNone/>
              <a:defRPr sz="1200">
                <a:solidFill>
                  <a:schemeClr val="accent6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35" name="Google Shape;435;p26"/>
          <p:cNvSpPr txBox="1"/>
          <p:nvPr>
            <p:ph idx="4" type="body"/>
          </p:nvPr>
        </p:nvSpPr>
        <p:spPr>
          <a:xfrm>
            <a:off x="2405349" y="3124996"/>
            <a:ext cx="59748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436" name="Google Shape;436;p26"/>
          <p:cNvGrpSpPr/>
          <p:nvPr/>
        </p:nvGrpSpPr>
        <p:grpSpPr>
          <a:xfrm rot="-5400000">
            <a:off x="1732659" y="4009637"/>
            <a:ext cx="808326" cy="176511"/>
            <a:chOff x="1082850" y="2340833"/>
            <a:chExt cx="2019300" cy="195299"/>
          </a:xfrm>
        </p:grpSpPr>
        <p:sp>
          <p:nvSpPr>
            <p:cNvPr id="437" name="Google Shape;437;p26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8" name="Google Shape;438;p26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39" name="Google Shape;439;p26"/>
          <p:cNvSpPr txBox="1"/>
          <p:nvPr>
            <p:ph idx="5" type="subTitle"/>
          </p:nvPr>
        </p:nvSpPr>
        <p:spPr>
          <a:xfrm>
            <a:off x="749908" y="3968238"/>
            <a:ext cx="1118100" cy="25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SemiBold"/>
              <a:buNone/>
              <a:defRPr sz="1200">
                <a:solidFill>
                  <a:schemeClr val="accent3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40" name="Google Shape;440;p26"/>
          <p:cNvSpPr txBox="1"/>
          <p:nvPr>
            <p:ph idx="6" type="body"/>
          </p:nvPr>
        </p:nvSpPr>
        <p:spPr>
          <a:xfrm>
            <a:off x="2405479" y="3933350"/>
            <a:ext cx="59748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441" name="Google Shape;441;p26"/>
          <p:cNvGrpSpPr/>
          <p:nvPr/>
        </p:nvGrpSpPr>
        <p:grpSpPr>
          <a:xfrm rot="-5400000">
            <a:off x="1733987" y="1580739"/>
            <a:ext cx="808326" cy="176511"/>
            <a:chOff x="1082850" y="2340833"/>
            <a:chExt cx="2019300" cy="195299"/>
          </a:xfrm>
        </p:grpSpPr>
        <p:sp>
          <p:nvSpPr>
            <p:cNvPr id="442" name="Google Shape;442;p26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3" name="Google Shape;443;p26"/>
            <p:cNvSpPr/>
            <p:nvPr/>
          </p:nvSpPr>
          <p:spPr>
            <a:xfrm flipH="1" rot="10800000">
              <a:off x="1974902" y="2451232"/>
              <a:ext cx="235200" cy="849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44" name="Google Shape;444;p26"/>
          <p:cNvSpPr txBox="1"/>
          <p:nvPr>
            <p:ph idx="7" type="subTitle"/>
          </p:nvPr>
        </p:nvSpPr>
        <p:spPr>
          <a:xfrm>
            <a:off x="751236" y="1539340"/>
            <a:ext cx="1118100" cy="25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 SemiBold"/>
              <a:buNone/>
              <a:defRPr sz="1200">
                <a:solidFill>
                  <a:schemeClr val="accent4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45" name="Google Shape;445;p26"/>
          <p:cNvSpPr txBox="1"/>
          <p:nvPr>
            <p:ph idx="8" type="body"/>
          </p:nvPr>
        </p:nvSpPr>
        <p:spPr>
          <a:xfrm>
            <a:off x="2406806" y="1504450"/>
            <a:ext cx="5974800" cy="32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6" name="Google Shape;446;p26"/>
          <p:cNvSpPr txBox="1"/>
          <p:nvPr>
            <p:ph type="title"/>
          </p:nvPr>
        </p:nvSpPr>
        <p:spPr>
          <a:xfrm>
            <a:off x="311700" y="269951"/>
            <a:ext cx="85206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grpSp>
        <p:nvGrpSpPr>
          <p:cNvPr id="447" name="Google Shape;447;p26"/>
          <p:cNvGrpSpPr/>
          <p:nvPr/>
        </p:nvGrpSpPr>
        <p:grpSpPr>
          <a:xfrm>
            <a:off x="73663" y="4677163"/>
            <a:ext cx="392675" cy="392675"/>
            <a:chOff x="458050" y="265600"/>
            <a:chExt cx="392675" cy="392675"/>
          </a:xfrm>
        </p:grpSpPr>
        <p:sp>
          <p:nvSpPr>
            <p:cNvPr id="448" name="Google Shape;448;p2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0" name="Google Shape;450;p2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2" name="Google Shape;452;p26"/>
          <p:cNvGrpSpPr/>
          <p:nvPr/>
        </p:nvGrpSpPr>
        <p:grpSpPr>
          <a:xfrm>
            <a:off x="613563" y="4677150"/>
            <a:ext cx="392675" cy="392675"/>
            <a:chOff x="458050" y="265600"/>
            <a:chExt cx="392675" cy="392675"/>
          </a:xfrm>
        </p:grpSpPr>
        <p:sp>
          <p:nvSpPr>
            <p:cNvPr id="453" name="Google Shape;453;p2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7" name="Google Shape;457;p26"/>
          <p:cNvGrpSpPr/>
          <p:nvPr/>
        </p:nvGrpSpPr>
        <p:grpSpPr>
          <a:xfrm>
            <a:off x="348063" y="4284488"/>
            <a:ext cx="392675" cy="392675"/>
            <a:chOff x="458050" y="265600"/>
            <a:chExt cx="392675" cy="392675"/>
          </a:xfrm>
        </p:grpSpPr>
        <p:sp>
          <p:nvSpPr>
            <p:cNvPr id="458" name="Google Shape;458;p2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0" name="Google Shape;460;p2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1" name="Google Shape;461;p2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62" name="Google Shape;462;p26"/>
          <p:cNvSpPr/>
          <p:nvPr/>
        </p:nvSpPr>
        <p:spPr>
          <a:xfrm>
            <a:off x="8381600" y="-3575"/>
            <a:ext cx="8436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63" name="Google Shape;463;p26"/>
          <p:cNvGrpSpPr/>
          <p:nvPr/>
        </p:nvGrpSpPr>
        <p:grpSpPr>
          <a:xfrm>
            <a:off x="7788867" y="-840619"/>
            <a:ext cx="2277538" cy="2277538"/>
            <a:chOff x="987244" y="313753"/>
            <a:chExt cx="555321" cy="555321"/>
          </a:xfrm>
        </p:grpSpPr>
        <p:grpSp>
          <p:nvGrpSpPr>
            <p:cNvPr id="464" name="Google Shape;464;p26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465" name="Google Shape;465;p2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66" name="Google Shape;466;p2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67" name="Google Shape;467;p2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68" name="Google Shape;468;p2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69" name="Google Shape;469;p26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470" name="Google Shape;470;p2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1" name="Google Shape;471;p2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2" name="Google Shape;472;p2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3" name="Google Shape;473;p2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 Slide">
  <p:cSld name="CUSTOM_5">
    <p:bg>
      <p:bgPr>
        <a:solidFill>
          <a:schemeClr val="accent5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27"/>
          <p:cNvGrpSpPr/>
          <p:nvPr/>
        </p:nvGrpSpPr>
        <p:grpSpPr>
          <a:xfrm>
            <a:off x="1322434" y="2156088"/>
            <a:ext cx="2277538" cy="2277538"/>
            <a:chOff x="987244" y="313753"/>
            <a:chExt cx="555321" cy="555321"/>
          </a:xfrm>
        </p:grpSpPr>
        <p:grpSp>
          <p:nvGrpSpPr>
            <p:cNvPr id="476" name="Google Shape;476;p27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477" name="Google Shape;477;p27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8" name="Google Shape;478;p27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9" name="Google Shape;479;p27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0" name="Google Shape;480;p27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81" name="Google Shape;481;p27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482" name="Google Shape;482;p27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3" name="Google Shape;483;p27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4" name="Google Shape;484;p27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5" name="Google Shape;485;p27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486" name="Google Shape;486;p27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7" name="Google Shape;487;p27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8" name="Google Shape;488;p27"/>
          <p:cNvSpPr/>
          <p:nvPr>
            <p:ph idx="2" type="pic"/>
          </p:nvPr>
        </p:nvSpPr>
        <p:spPr>
          <a:xfrm>
            <a:off x="2475825" y="1654388"/>
            <a:ext cx="4195800" cy="1621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89" name="Google Shape;489;p27"/>
          <p:cNvSpPr txBox="1"/>
          <p:nvPr>
            <p:ph type="title"/>
          </p:nvPr>
        </p:nvSpPr>
        <p:spPr>
          <a:xfrm>
            <a:off x="311700" y="1246957"/>
            <a:ext cx="8520600" cy="5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90" name="Google Shape;490;p27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91" name="Google Shape;491;p27"/>
          <p:cNvGrpSpPr/>
          <p:nvPr/>
        </p:nvGrpSpPr>
        <p:grpSpPr>
          <a:xfrm>
            <a:off x="73663" y="105163"/>
            <a:ext cx="392675" cy="392675"/>
            <a:chOff x="458050" y="265600"/>
            <a:chExt cx="392675" cy="392675"/>
          </a:xfrm>
        </p:grpSpPr>
        <p:sp>
          <p:nvSpPr>
            <p:cNvPr id="492" name="Google Shape;492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3" name="Google Shape;493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4" name="Google Shape;494;p2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5" name="Google Shape;495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96" name="Google Shape;496;p27"/>
          <p:cNvGrpSpPr/>
          <p:nvPr/>
        </p:nvGrpSpPr>
        <p:grpSpPr>
          <a:xfrm>
            <a:off x="613563" y="105150"/>
            <a:ext cx="392675" cy="392675"/>
            <a:chOff x="458050" y="265600"/>
            <a:chExt cx="392675" cy="392675"/>
          </a:xfrm>
        </p:grpSpPr>
        <p:sp>
          <p:nvSpPr>
            <p:cNvPr id="497" name="Google Shape;497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8" name="Google Shape;498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9" name="Google Shape;499;p2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0" name="Google Shape;500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01" name="Google Shape;501;p27"/>
          <p:cNvGrpSpPr/>
          <p:nvPr/>
        </p:nvGrpSpPr>
        <p:grpSpPr>
          <a:xfrm rot="5400000">
            <a:off x="6932337" y="2581390"/>
            <a:ext cx="392675" cy="392675"/>
            <a:chOff x="458050" y="265600"/>
            <a:chExt cx="392675" cy="392675"/>
          </a:xfrm>
        </p:grpSpPr>
        <p:sp>
          <p:nvSpPr>
            <p:cNvPr id="502" name="Google Shape;502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3" name="Google Shape;503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4" name="Google Shape;504;p2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5" name="Google Shape;505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06" name="Google Shape;506;p27"/>
          <p:cNvGrpSpPr/>
          <p:nvPr/>
        </p:nvGrpSpPr>
        <p:grpSpPr>
          <a:xfrm rot="5400000">
            <a:off x="6627549" y="2968890"/>
            <a:ext cx="392675" cy="392675"/>
            <a:chOff x="458050" y="265600"/>
            <a:chExt cx="392675" cy="392675"/>
          </a:xfrm>
        </p:grpSpPr>
        <p:sp>
          <p:nvSpPr>
            <p:cNvPr id="507" name="Google Shape;507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9" name="Google Shape;509;p2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0" name="Google Shape;510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Exercise">
  <p:cSld name="CUSTOM_6">
    <p:bg>
      <p:bgPr>
        <a:solidFill>
          <a:schemeClr val="lt1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8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3" name="Google Shape;513;p28"/>
          <p:cNvSpPr txBox="1"/>
          <p:nvPr>
            <p:ph type="title"/>
          </p:nvPr>
        </p:nvSpPr>
        <p:spPr>
          <a:xfrm>
            <a:off x="275400" y="1813225"/>
            <a:ext cx="27342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4" name="Google Shape;514;p28"/>
          <p:cNvSpPr/>
          <p:nvPr/>
        </p:nvSpPr>
        <p:spPr>
          <a:xfrm>
            <a:off x="3201175" y="798750"/>
            <a:ext cx="2734200" cy="17484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6114375" y="798750"/>
            <a:ext cx="2755500" cy="17484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3201175" y="2709625"/>
            <a:ext cx="2734200" cy="17484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6114375" y="2709625"/>
            <a:ext cx="2755500" cy="17484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8" name="Google Shape;518;p28"/>
          <p:cNvSpPr txBox="1"/>
          <p:nvPr>
            <p:ph idx="1" type="body"/>
          </p:nvPr>
        </p:nvSpPr>
        <p:spPr>
          <a:xfrm>
            <a:off x="266675" y="2343252"/>
            <a:ext cx="2755500" cy="9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28"/>
          <p:cNvSpPr txBox="1"/>
          <p:nvPr>
            <p:ph idx="2" type="subTitle"/>
          </p:nvPr>
        </p:nvSpPr>
        <p:spPr>
          <a:xfrm>
            <a:off x="3350975" y="1006050"/>
            <a:ext cx="23412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0" name="Google Shape;520;p28"/>
          <p:cNvSpPr txBox="1"/>
          <p:nvPr>
            <p:ph idx="3" type="body"/>
          </p:nvPr>
        </p:nvSpPr>
        <p:spPr>
          <a:xfrm>
            <a:off x="3350975" y="1591325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1" name="Google Shape;521;p28"/>
          <p:cNvSpPr txBox="1"/>
          <p:nvPr>
            <p:ph idx="4" type="subTitle"/>
          </p:nvPr>
        </p:nvSpPr>
        <p:spPr>
          <a:xfrm>
            <a:off x="6321525" y="1007413"/>
            <a:ext cx="23412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2" name="Google Shape;522;p28"/>
          <p:cNvSpPr txBox="1"/>
          <p:nvPr>
            <p:ph idx="5" type="body"/>
          </p:nvPr>
        </p:nvSpPr>
        <p:spPr>
          <a:xfrm>
            <a:off x="6321525" y="1592688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3" name="Google Shape;523;p28"/>
          <p:cNvSpPr txBox="1"/>
          <p:nvPr>
            <p:ph idx="6" type="subTitle"/>
          </p:nvPr>
        </p:nvSpPr>
        <p:spPr>
          <a:xfrm>
            <a:off x="3315125" y="2918288"/>
            <a:ext cx="23412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4" name="Google Shape;524;p28"/>
          <p:cNvSpPr txBox="1"/>
          <p:nvPr>
            <p:ph idx="7" type="body"/>
          </p:nvPr>
        </p:nvSpPr>
        <p:spPr>
          <a:xfrm>
            <a:off x="3315125" y="3503563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5" name="Google Shape;525;p28"/>
          <p:cNvSpPr txBox="1"/>
          <p:nvPr>
            <p:ph idx="8" type="subTitle"/>
          </p:nvPr>
        </p:nvSpPr>
        <p:spPr>
          <a:xfrm>
            <a:off x="6321525" y="2918288"/>
            <a:ext cx="23412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6" name="Google Shape;526;p28"/>
          <p:cNvSpPr txBox="1"/>
          <p:nvPr>
            <p:ph idx="9" type="body"/>
          </p:nvPr>
        </p:nvSpPr>
        <p:spPr>
          <a:xfrm>
            <a:off x="6321525" y="3503563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grpSp>
        <p:nvGrpSpPr>
          <p:cNvPr id="527" name="Google Shape;527;p28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528" name="Google Shape;528;p28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529" name="Google Shape;529;p2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0" name="Google Shape;530;p2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1" name="Google Shape;531;p2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2" name="Google Shape;532;p2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33" name="Google Shape;533;p28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534" name="Google Shape;534;p2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5" name="Google Shape;535;p2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6" name="Google Shape;536;p2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7" name="Google Shape;537;p2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538" name="Google Shape;538;p28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39" name="Google Shape;539;p28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540" name="Google Shape;540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2" name="Google Shape;542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3" name="Google Shape;543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44" name="Google Shape;544;p28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545" name="Google Shape;545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6" name="Google Shape;546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7" name="Google Shape;547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8" name="Google Shape;548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49" name="Google Shape;549;p28"/>
          <p:cNvGrpSpPr/>
          <p:nvPr/>
        </p:nvGrpSpPr>
        <p:grpSpPr>
          <a:xfrm rot="5400000">
            <a:off x="44813" y="3614757"/>
            <a:ext cx="230579" cy="230579"/>
            <a:chOff x="458050" y="265600"/>
            <a:chExt cx="392675" cy="392675"/>
          </a:xfrm>
        </p:grpSpPr>
        <p:sp>
          <p:nvSpPr>
            <p:cNvPr id="550" name="Google Shape;550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1" name="Google Shape;551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2" name="Google Shape;552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3" name="Google Shape;553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54" name="Google Shape;554;p28"/>
          <p:cNvGrpSpPr/>
          <p:nvPr/>
        </p:nvGrpSpPr>
        <p:grpSpPr>
          <a:xfrm rot="5400000">
            <a:off x="44827" y="3888613"/>
            <a:ext cx="230579" cy="230579"/>
            <a:chOff x="458050" y="265600"/>
            <a:chExt cx="392675" cy="392675"/>
          </a:xfrm>
        </p:grpSpPr>
        <p:sp>
          <p:nvSpPr>
            <p:cNvPr id="555" name="Google Shape;555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6" name="Google Shape;556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7" name="Google Shape;557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8" name="Google Shape;558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59" name="Google Shape;559;p28"/>
          <p:cNvGrpSpPr/>
          <p:nvPr/>
        </p:nvGrpSpPr>
        <p:grpSpPr>
          <a:xfrm rot="5400000">
            <a:off x="275388" y="3772932"/>
            <a:ext cx="230579" cy="230579"/>
            <a:chOff x="458050" y="265600"/>
            <a:chExt cx="392675" cy="392675"/>
          </a:xfrm>
        </p:grpSpPr>
        <p:sp>
          <p:nvSpPr>
            <p:cNvPr id="560" name="Google Shape;560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2" name="Google Shape;562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3" name="Google Shape;563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64" name="Google Shape;564;p28"/>
          <p:cNvGrpSpPr/>
          <p:nvPr/>
        </p:nvGrpSpPr>
        <p:grpSpPr>
          <a:xfrm rot="5400000">
            <a:off x="275402" y="4046788"/>
            <a:ext cx="230579" cy="230579"/>
            <a:chOff x="458050" y="265600"/>
            <a:chExt cx="392675" cy="392675"/>
          </a:xfrm>
        </p:grpSpPr>
        <p:sp>
          <p:nvSpPr>
            <p:cNvPr id="565" name="Google Shape;565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6" name="Google Shape;566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7" name="Google Shape;567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8" name="Google Shape;568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CUSTOM_6_1">
    <p:bg>
      <p:bgPr>
        <a:solidFill>
          <a:schemeClr val="lt1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9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1" name="Google Shape;571;p29"/>
          <p:cNvSpPr txBox="1"/>
          <p:nvPr>
            <p:ph type="title"/>
          </p:nvPr>
        </p:nvSpPr>
        <p:spPr>
          <a:xfrm>
            <a:off x="275400" y="2255325"/>
            <a:ext cx="2734200" cy="60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2" name="Google Shape;572;p29"/>
          <p:cNvSpPr/>
          <p:nvPr/>
        </p:nvSpPr>
        <p:spPr>
          <a:xfrm>
            <a:off x="3201175" y="798750"/>
            <a:ext cx="2734200" cy="17484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6114375" y="798750"/>
            <a:ext cx="2755500" cy="17484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4" name="Google Shape;574;p29"/>
          <p:cNvSpPr/>
          <p:nvPr/>
        </p:nvSpPr>
        <p:spPr>
          <a:xfrm>
            <a:off x="3201175" y="2709625"/>
            <a:ext cx="2734200" cy="17484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5" name="Google Shape;575;p29"/>
          <p:cNvSpPr/>
          <p:nvPr/>
        </p:nvSpPr>
        <p:spPr>
          <a:xfrm>
            <a:off x="6114375" y="2709625"/>
            <a:ext cx="2755500" cy="17484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6" name="Google Shape;576;p29"/>
          <p:cNvSpPr txBox="1"/>
          <p:nvPr>
            <p:ph idx="1" type="subTitle"/>
          </p:nvPr>
        </p:nvSpPr>
        <p:spPr>
          <a:xfrm>
            <a:off x="3415088" y="1006050"/>
            <a:ext cx="22938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7" name="Google Shape;577;p29"/>
          <p:cNvSpPr txBox="1"/>
          <p:nvPr>
            <p:ph idx="2" type="body"/>
          </p:nvPr>
        </p:nvSpPr>
        <p:spPr>
          <a:xfrm>
            <a:off x="3415088" y="1591325"/>
            <a:ext cx="22938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8" name="Google Shape;578;p29"/>
          <p:cNvSpPr txBox="1"/>
          <p:nvPr>
            <p:ph idx="3" type="subTitle"/>
          </p:nvPr>
        </p:nvSpPr>
        <p:spPr>
          <a:xfrm>
            <a:off x="6321525" y="1007413"/>
            <a:ext cx="2341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9" name="Google Shape;579;p29"/>
          <p:cNvSpPr txBox="1"/>
          <p:nvPr>
            <p:ph idx="4" type="body"/>
          </p:nvPr>
        </p:nvSpPr>
        <p:spPr>
          <a:xfrm>
            <a:off x="6321525" y="1592688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0" name="Google Shape;580;p29"/>
          <p:cNvSpPr txBox="1"/>
          <p:nvPr>
            <p:ph idx="5" type="subTitle"/>
          </p:nvPr>
        </p:nvSpPr>
        <p:spPr>
          <a:xfrm>
            <a:off x="3401400" y="2918288"/>
            <a:ext cx="2341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1" name="Google Shape;581;p29"/>
          <p:cNvSpPr txBox="1"/>
          <p:nvPr>
            <p:ph idx="6" type="body"/>
          </p:nvPr>
        </p:nvSpPr>
        <p:spPr>
          <a:xfrm>
            <a:off x="3401400" y="3503563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2" name="Google Shape;582;p29"/>
          <p:cNvSpPr txBox="1"/>
          <p:nvPr>
            <p:ph idx="7" type="subTitle"/>
          </p:nvPr>
        </p:nvSpPr>
        <p:spPr>
          <a:xfrm>
            <a:off x="6321525" y="2918288"/>
            <a:ext cx="2341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3" name="Google Shape;583;p29"/>
          <p:cNvSpPr txBox="1"/>
          <p:nvPr>
            <p:ph idx="8" type="body"/>
          </p:nvPr>
        </p:nvSpPr>
        <p:spPr>
          <a:xfrm>
            <a:off x="6321525" y="3503563"/>
            <a:ext cx="23412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grpSp>
        <p:nvGrpSpPr>
          <p:cNvPr id="584" name="Google Shape;584;p29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585" name="Google Shape;585;p29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586" name="Google Shape;586;p2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87" name="Google Shape;587;p2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88" name="Google Shape;588;p2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89" name="Google Shape;589;p2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90" name="Google Shape;590;p29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591" name="Google Shape;591;p2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2" name="Google Shape;592;p2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3" name="Google Shape;593;p2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4" name="Google Shape;594;p2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595" name="Google Shape;595;p29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96" name="Google Shape;596;p29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597" name="Google Shape;597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9" name="Google Shape;599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0" name="Google Shape;600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01" name="Google Shape;601;p29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602" name="Google Shape;602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4" name="Google Shape;604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5" name="Google Shape;605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06" name="Google Shape;606;p29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607" name="Google Shape;607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9" name="Google Shape;609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0" name="Google Shape;610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11" name="Google Shape;611;p29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612" name="Google Shape;612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4" name="Google Shape;614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5" name="Google Shape;615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16" name="Google Shape;616;p29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617" name="Google Shape;617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9" name="Google Shape;619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0" name="Google Shape;620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21" name="Google Shape;621;p29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622" name="Google Shape;622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4" name="Google Shape;624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5" name="Google Shape;625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3">
  <p:cSld name="CUSTOM_6_1_1">
    <p:bg>
      <p:bgPr>
        <a:solidFill>
          <a:schemeClr val="lt1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0"/>
          <p:cNvSpPr/>
          <p:nvPr/>
        </p:nvSpPr>
        <p:spPr>
          <a:xfrm>
            <a:off x="6742050" y="-27225"/>
            <a:ext cx="24018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8" name="Google Shape;628;p30"/>
          <p:cNvSpPr txBox="1"/>
          <p:nvPr>
            <p:ph type="title"/>
          </p:nvPr>
        </p:nvSpPr>
        <p:spPr>
          <a:xfrm>
            <a:off x="275400" y="2255325"/>
            <a:ext cx="3228300" cy="60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29" name="Google Shape;629;p30"/>
          <p:cNvSpPr/>
          <p:nvPr/>
        </p:nvSpPr>
        <p:spPr>
          <a:xfrm>
            <a:off x="5474800" y="507100"/>
            <a:ext cx="3395100" cy="11322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0" name="Google Shape;630;p30"/>
          <p:cNvSpPr txBox="1"/>
          <p:nvPr>
            <p:ph idx="1" type="subTitle"/>
          </p:nvPr>
        </p:nvSpPr>
        <p:spPr>
          <a:xfrm>
            <a:off x="5730031" y="665200"/>
            <a:ext cx="28845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M Sans Medium"/>
              <a:buNone/>
              <a:defRPr sz="14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1" name="Google Shape;631;p30"/>
          <p:cNvSpPr txBox="1"/>
          <p:nvPr>
            <p:ph idx="2" type="body"/>
          </p:nvPr>
        </p:nvSpPr>
        <p:spPr>
          <a:xfrm>
            <a:off x="5730031" y="1250479"/>
            <a:ext cx="2884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grpSp>
        <p:nvGrpSpPr>
          <p:cNvPr id="632" name="Google Shape;632;p30"/>
          <p:cNvGrpSpPr/>
          <p:nvPr/>
        </p:nvGrpSpPr>
        <p:grpSpPr>
          <a:xfrm>
            <a:off x="8324707" y="-874113"/>
            <a:ext cx="1572280" cy="1572280"/>
            <a:chOff x="987244" y="313753"/>
            <a:chExt cx="555321" cy="555321"/>
          </a:xfrm>
        </p:grpSpPr>
        <p:grpSp>
          <p:nvGrpSpPr>
            <p:cNvPr id="633" name="Google Shape;633;p3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634" name="Google Shape;634;p3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35" name="Google Shape;635;p3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36" name="Google Shape;636;p3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37" name="Google Shape;637;p3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638" name="Google Shape;638;p3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639" name="Google Shape;639;p3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40" name="Google Shape;640;p3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41" name="Google Shape;641;p3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42" name="Google Shape;642;p3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643" name="Google Shape;643;p30"/>
          <p:cNvGrpSpPr/>
          <p:nvPr/>
        </p:nvGrpSpPr>
        <p:grpSpPr>
          <a:xfrm rot="5400000">
            <a:off x="126313" y="48982"/>
            <a:ext cx="230579" cy="230579"/>
            <a:chOff x="458050" y="265600"/>
            <a:chExt cx="392675" cy="392675"/>
          </a:xfrm>
        </p:grpSpPr>
        <p:sp>
          <p:nvSpPr>
            <p:cNvPr id="644" name="Google Shape;644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5" name="Google Shape;645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6" name="Google Shape;646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7" name="Google Shape;647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48" name="Google Shape;648;p30"/>
          <p:cNvGrpSpPr/>
          <p:nvPr/>
        </p:nvGrpSpPr>
        <p:grpSpPr>
          <a:xfrm rot="5400000">
            <a:off x="-52648" y="276513"/>
            <a:ext cx="230579" cy="230579"/>
            <a:chOff x="458050" y="265600"/>
            <a:chExt cx="392675" cy="392675"/>
          </a:xfrm>
        </p:grpSpPr>
        <p:sp>
          <p:nvSpPr>
            <p:cNvPr id="649" name="Google Shape;649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1" name="Google Shape;651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2" name="Google Shape;652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53" name="Google Shape;653;p30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654" name="Google Shape;654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5" name="Google Shape;655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6" name="Google Shape;656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7" name="Google Shape;657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58" name="Google Shape;658;p30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659" name="Google Shape;659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0" name="Google Shape;660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1" name="Google Shape;661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2" name="Google Shape;662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63" name="Google Shape;663;p30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664" name="Google Shape;664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5" name="Google Shape;665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6" name="Google Shape;666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7" name="Google Shape;667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68" name="Google Shape;668;p30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669" name="Google Shape;669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0" name="Google Shape;670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1" name="Google Shape;671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2" name="Google Shape;672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73" name="Google Shape;673;p30"/>
          <p:cNvSpPr/>
          <p:nvPr/>
        </p:nvSpPr>
        <p:spPr>
          <a:xfrm>
            <a:off x="5474775" y="2033475"/>
            <a:ext cx="3395100" cy="11322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4" name="Google Shape;674;p30"/>
          <p:cNvSpPr txBox="1"/>
          <p:nvPr>
            <p:ph idx="3" type="subTitle"/>
          </p:nvPr>
        </p:nvSpPr>
        <p:spPr>
          <a:xfrm>
            <a:off x="5730031" y="2191575"/>
            <a:ext cx="28845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M Sans Medium"/>
              <a:buNone/>
              <a:defRPr sz="14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75" name="Google Shape;675;p30"/>
          <p:cNvSpPr txBox="1"/>
          <p:nvPr>
            <p:ph idx="4" type="body"/>
          </p:nvPr>
        </p:nvSpPr>
        <p:spPr>
          <a:xfrm>
            <a:off x="5730031" y="2776854"/>
            <a:ext cx="2884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76" name="Google Shape;676;p30"/>
          <p:cNvSpPr/>
          <p:nvPr/>
        </p:nvSpPr>
        <p:spPr>
          <a:xfrm>
            <a:off x="5474800" y="3559850"/>
            <a:ext cx="3395100" cy="1132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7" name="Google Shape;677;p30"/>
          <p:cNvSpPr txBox="1"/>
          <p:nvPr>
            <p:ph idx="5" type="subTitle"/>
          </p:nvPr>
        </p:nvSpPr>
        <p:spPr>
          <a:xfrm>
            <a:off x="5730031" y="3717950"/>
            <a:ext cx="28845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M Sans Medium"/>
              <a:buNone/>
              <a:defRPr sz="14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78" name="Google Shape;678;p30"/>
          <p:cNvSpPr txBox="1"/>
          <p:nvPr>
            <p:ph idx="6" type="body"/>
          </p:nvPr>
        </p:nvSpPr>
        <p:spPr>
          <a:xfrm>
            <a:off x="5730031" y="4303229"/>
            <a:ext cx="28845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CUSTOM_12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1"/>
          <p:cNvSpPr txBox="1"/>
          <p:nvPr>
            <p:ph type="title"/>
          </p:nvPr>
        </p:nvSpPr>
        <p:spPr>
          <a:xfrm>
            <a:off x="516150" y="269950"/>
            <a:ext cx="81117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81" name="Google Shape;681;p31"/>
          <p:cNvSpPr txBox="1"/>
          <p:nvPr>
            <p:ph idx="1" type="subTitle"/>
          </p:nvPr>
        </p:nvSpPr>
        <p:spPr>
          <a:xfrm>
            <a:off x="450938" y="1830025"/>
            <a:ext cx="16689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82" name="Google Shape;682;p31"/>
          <p:cNvSpPr txBox="1"/>
          <p:nvPr>
            <p:ph idx="2" type="body"/>
          </p:nvPr>
        </p:nvSpPr>
        <p:spPr>
          <a:xfrm>
            <a:off x="450938" y="2655500"/>
            <a:ext cx="16689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3" name="Google Shape;683;p31"/>
          <p:cNvSpPr txBox="1"/>
          <p:nvPr>
            <p:ph idx="3" type="subTitle"/>
          </p:nvPr>
        </p:nvSpPr>
        <p:spPr>
          <a:xfrm>
            <a:off x="2584504" y="1830025"/>
            <a:ext cx="16689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84" name="Google Shape;684;p31"/>
          <p:cNvSpPr txBox="1"/>
          <p:nvPr>
            <p:ph idx="4" type="body"/>
          </p:nvPr>
        </p:nvSpPr>
        <p:spPr>
          <a:xfrm>
            <a:off x="2584504" y="2655500"/>
            <a:ext cx="16689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5" name="Google Shape;685;p31"/>
          <p:cNvSpPr txBox="1"/>
          <p:nvPr>
            <p:ph idx="5" type="subTitle"/>
          </p:nvPr>
        </p:nvSpPr>
        <p:spPr>
          <a:xfrm>
            <a:off x="4718071" y="1830025"/>
            <a:ext cx="16689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86" name="Google Shape;686;p31"/>
          <p:cNvSpPr txBox="1"/>
          <p:nvPr>
            <p:ph idx="6" type="body"/>
          </p:nvPr>
        </p:nvSpPr>
        <p:spPr>
          <a:xfrm>
            <a:off x="4718071" y="2655500"/>
            <a:ext cx="16689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7" name="Google Shape;687;p31"/>
          <p:cNvSpPr txBox="1"/>
          <p:nvPr>
            <p:ph idx="7" type="subTitle"/>
          </p:nvPr>
        </p:nvSpPr>
        <p:spPr>
          <a:xfrm>
            <a:off x="6851621" y="1830025"/>
            <a:ext cx="16689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88" name="Google Shape;688;p31"/>
          <p:cNvSpPr txBox="1"/>
          <p:nvPr>
            <p:ph idx="8" type="body"/>
          </p:nvPr>
        </p:nvSpPr>
        <p:spPr>
          <a:xfrm>
            <a:off x="6851621" y="2655500"/>
            <a:ext cx="16689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9" name="Google Shape;689;p31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0" name="Google Shape;690;p31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1" name="Google Shape;691;p31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92" name="Google Shape;692;p31"/>
          <p:cNvGrpSpPr/>
          <p:nvPr/>
        </p:nvGrpSpPr>
        <p:grpSpPr>
          <a:xfrm>
            <a:off x="73663" y="105163"/>
            <a:ext cx="392675" cy="392675"/>
            <a:chOff x="458050" y="265600"/>
            <a:chExt cx="392675" cy="392675"/>
          </a:xfrm>
        </p:grpSpPr>
        <p:sp>
          <p:nvSpPr>
            <p:cNvPr id="693" name="Google Shape;693;p3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5" name="Google Shape;695;p3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6" name="Google Shape;696;p3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97" name="Google Shape;697;p31"/>
          <p:cNvGrpSpPr/>
          <p:nvPr/>
        </p:nvGrpSpPr>
        <p:grpSpPr>
          <a:xfrm>
            <a:off x="613563" y="105150"/>
            <a:ext cx="392675" cy="392675"/>
            <a:chOff x="458050" y="265600"/>
            <a:chExt cx="392675" cy="392675"/>
          </a:xfrm>
        </p:grpSpPr>
        <p:sp>
          <p:nvSpPr>
            <p:cNvPr id="698" name="Google Shape;698;p3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0" name="Google Shape;700;p3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1" name="Google Shape;701;p3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CUSTOM_12_1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2"/>
          <p:cNvSpPr txBox="1"/>
          <p:nvPr>
            <p:ph type="title"/>
          </p:nvPr>
        </p:nvSpPr>
        <p:spPr>
          <a:xfrm>
            <a:off x="516150" y="269950"/>
            <a:ext cx="81117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04" name="Google Shape;704;p32"/>
          <p:cNvSpPr txBox="1"/>
          <p:nvPr>
            <p:ph idx="1" type="subTitle"/>
          </p:nvPr>
        </p:nvSpPr>
        <p:spPr>
          <a:xfrm>
            <a:off x="450954" y="1786100"/>
            <a:ext cx="22326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05" name="Google Shape;705;p32"/>
          <p:cNvSpPr txBox="1"/>
          <p:nvPr>
            <p:ph idx="2" type="body"/>
          </p:nvPr>
        </p:nvSpPr>
        <p:spPr>
          <a:xfrm>
            <a:off x="450954" y="2611575"/>
            <a:ext cx="22326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6" name="Google Shape;706;p32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7" name="Google Shape;707;p32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8" name="Google Shape;708;p32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09" name="Google Shape;709;p32"/>
          <p:cNvGrpSpPr/>
          <p:nvPr/>
        </p:nvGrpSpPr>
        <p:grpSpPr>
          <a:xfrm>
            <a:off x="73663" y="105163"/>
            <a:ext cx="392675" cy="392675"/>
            <a:chOff x="458050" y="265600"/>
            <a:chExt cx="392675" cy="392675"/>
          </a:xfrm>
        </p:grpSpPr>
        <p:sp>
          <p:nvSpPr>
            <p:cNvPr id="710" name="Google Shape;710;p3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1" name="Google Shape;711;p3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2" name="Google Shape;712;p3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3" name="Google Shape;713;p3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14" name="Google Shape;714;p32"/>
          <p:cNvGrpSpPr/>
          <p:nvPr/>
        </p:nvGrpSpPr>
        <p:grpSpPr>
          <a:xfrm>
            <a:off x="613563" y="105150"/>
            <a:ext cx="392675" cy="392675"/>
            <a:chOff x="458050" y="265600"/>
            <a:chExt cx="392675" cy="392675"/>
          </a:xfrm>
        </p:grpSpPr>
        <p:sp>
          <p:nvSpPr>
            <p:cNvPr id="715" name="Google Shape;715;p3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6" name="Google Shape;716;p3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7" name="Google Shape;717;p3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8" name="Google Shape;718;p3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19" name="Google Shape;719;p32"/>
          <p:cNvSpPr txBox="1"/>
          <p:nvPr>
            <p:ph idx="3" type="subTitle"/>
          </p:nvPr>
        </p:nvSpPr>
        <p:spPr>
          <a:xfrm>
            <a:off x="6293054" y="1786100"/>
            <a:ext cx="22326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20" name="Google Shape;720;p32"/>
          <p:cNvSpPr txBox="1"/>
          <p:nvPr>
            <p:ph idx="4" type="body"/>
          </p:nvPr>
        </p:nvSpPr>
        <p:spPr>
          <a:xfrm>
            <a:off x="6293054" y="2611575"/>
            <a:ext cx="22326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1" name="Google Shape;721;p32"/>
          <p:cNvSpPr txBox="1"/>
          <p:nvPr>
            <p:ph idx="5" type="subTitle"/>
          </p:nvPr>
        </p:nvSpPr>
        <p:spPr>
          <a:xfrm>
            <a:off x="3405754" y="1786100"/>
            <a:ext cx="22326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22" name="Google Shape;722;p32"/>
          <p:cNvSpPr txBox="1"/>
          <p:nvPr>
            <p:ph idx="6" type="body"/>
          </p:nvPr>
        </p:nvSpPr>
        <p:spPr>
          <a:xfrm>
            <a:off x="3405754" y="2611575"/>
            <a:ext cx="22326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CUSTOM_12_1_1">
    <p:bg>
      <p:bgPr>
        <a:solidFill>
          <a:schemeClr val="lt2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3"/>
          <p:cNvSpPr/>
          <p:nvPr/>
        </p:nvSpPr>
        <p:spPr>
          <a:xfrm>
            <a:off x="-150" y="3768575"/>
            <a:ext cx="9144000" cy="137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5" name="Google Shape;725;p33"/>
          <p:cNvSpPr/>
          <p:nvPr/>
        </p:nvSpPr>
        <p:spPr>
          <a:xfrm>
            <a:off x="463825" y="1350075"/>
            <a:ext cx="2461200" cy="28077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6" name="Google Shape;726;p33"/>
          <p:cNvSpPr txBox="1"/>
          <p:nvPr>
            <p:ph type="title"/>
          </p:nvPr>
        </p:nvSpPr>
        <p:spPr>
          <a:xfrm>
            <a:off x="516150" y="269950"/>
            <a:ext cx="81117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27" name="Google Shape;727;p33"/>
          <p:cNvSpPr txBox="1"/>
          <p:nvPr>
            <p:ph idx="1" type="subTitle"/>
          </p:nvPr>
        </p:nvSpPr>
        <p:spPr>
          <a:xfrm>
            <a:off x="624875" y="1786100"/>
            <a:ext cx="21414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 Medium"/>
              <a:buNone/>
              <a:defRPr sz="20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28" name="Google Shape;728;p33"/>
          <p:cNvSpPr txBox="1"/>
          <p:nvPr>
            <p:ph idx="2" type="body"/>
          </p:nvPr>
        </p:nvSpPr>
        <p:spPr>
          <a:xfrm>
            <a:off x="624875" y="2874075"/>
            <a:ext cx="2141400" cy="9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29" name="Google Shape;729;p33"/>
          <p:cNvSpPr/>
          <p:nvPr/>
        </p:nvSpPr>
        <p:spPr>
          <a:xfrm>
            <a:off x="-820649" y="45796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30" name="Google Shape;730;p33"/>
          <p:cNvGrpSpPr/>
          <p:nvPr/>
        </p:nvGrpSpPr>
        <p:grpSpPr>
          <a:xfrm>
            <a:off x="8588388" y="105163"/>
            <a:ext cx="392675" cy="392675"/>
            <a:chOff x="458050" y="265600"/>
            <a:chExt cx="392675" cy="392675"/>
          </a:xfrm>
        </p:grpSpPr>
        <p:sp>
          <p:nvSpPr>
            <p:cNvPr id="731" name="Google Shape;731;p3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2" name="Google Shape;732;p3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3" name="Google Shape;733;p3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4" name="Google Shape;734;p3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35" name="Google Shape;735;p33"/>
          <p:cNvGrpSpPr/>
          <p:nvPr/>
        </p:nvGrpSpPr>
        <p:grpSpPr>
          <a:xfrm>
            <a:off x="9128288" y="105150"/>
            <a:ext cx="392675" cy="392675"/>
            <a:chOff x="458050" y="265600"/>
            <a:chExt cx="392675" cy="392675"/>
          </a:xfrm>
        </p:grpSpPr>
        <p:sp>
          <p:nvSpPr>
            <p:cNvPr id="736" name="Google Shape;736;p3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8" name="Google Shape;738;p3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9" name="Google Shape;739;p3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40" name="Google Shape;740;p33"/>
          <p:cNvSpPr/>
          <p:nvPr/>
        </p:nvSpPr>
        <p:spPr>
          <a:xfrm>
            <a:off x="6114375" y="1350075"/>
            <a:ext cx="2461200" cy="28077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1" name="Google Shape;741;p33"/>
          <p:cNvSpPr txBox="1"/>
          <p:nvPr>
            <p:ph idx="3" type="subTitle"/>
          </p:nvPr>
        </p:nvSpPr>
        <p:spPr>
          <a:xfrm>
            <a:off x="6275425" y="1786100"/>
            <a:ext cx="21414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 Medium"/>
              <a:buNone/>
              <a:defRPr sz="20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42" name="Google Shape;742;p33"/>
          <p:cNvSpPr txBox="1"/>
          <p:nvPr>
            <p:ph idx="4" type="body"/>
          </p:nvPr>
        </p:nvSpPr>
        <p:spPr>
          <a:xfrm>
            <a:off x="6275425" y="2874075"/>
            <a:ext cx="2141400" cy="9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43" name="Google Shape;743;p33"/>
          <p:cNvSpPr/>
          <p:nvPr/>
        </p:nvSpPr>
        <p:spPr>
          <a:xfrm>
            <a:off x="3289100" y="1350075"/>
            <a:ext cx="2461200" cy="2807700"/>
          </a:xfrm>
          <a:prstGeom prst="snip1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4" name="Google Shape;744;p33"/>
          <p:cNvSpPr txBox="1"/>
          <p:nvPr>
            <p:ph idx="5" type="subTitle"/>
          </p:nvPr>
        </p:nvSpPr>
        <p:spPr>
          <a:xfrm>
            <a:off x="3450150" y="1786100"/>
            <a:ext cx="21414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 Medium"/>
              <a:buNone/>
              <a:defRPr sz="20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45" name="Google Shape;745;p33"/>
          <p:cNvSpPr txBox="1"/>
          <p:nvPr>
            <p:ph idx="6" type="body"/>
          </p:nvPr>
        </p:nvSpPr>
        <p:spPr>
          <a:xfrm>
            <a:off x="3450150" y="2874075"/>
            <a:ext cx="2141400" cy="9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7">
    <p:bg>
      <p:bgPr>
        <a:solidFill>
          <a:schemeClr val="accent5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4"/>
          <p:cNvSpPr/>
          <p:nvPr/>
        </p:nvSpPr>
        <p:spPr>
          <a:xfrm flipH="1">
            <a:off x="6029550" y="1195474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8" name="Google Shape;748;p34"/>
          <p:cNvSpPr/>
          <p:nvPr/>
        </p:nvSpPr>
        <p:spPr>
          <a:xfrm flipH="1">
            <a:off x="1903351" y="1918650"/>
            <a:ext cx="4569900" cy="1915800"/>
          </a:xfrm>
          <a:prstGeom prst="snip2DiagRect">
            <a:avLst>
              <a:gd fmla="val 0" name="adj1"/>
              <a:gd fmla="val 24581" name="adj2"/>
            </a:avLst>
          </a:prstGeom>
          <a:solidFill>
            <a:schemeClr val="accent3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9" name="Google Shape;749;p34"/>
          <p:cNvSpPr/>
          <p:nvPr/>
        </p:nvSpPr>
        <p:spPr>
          <a:xfrm flipH="1">
            <a:off x="2055751" y="1766250"/>
            <a:ext cx="4569900" cy="1915800"/>
          </a:xfrm>
          <a:prstGeom prst="snip2DiagRect">
            <a:avLst>
              <a:gd fmla="val 0" name="adj1"/>
              <a:gd fmla="val 24581" name="adj2"/>
            </a:avLst>
          </a:prstGeom>
          <a:solidFill>
            <a:schemeClr val="accent6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0" name="Google Shape;750;p34"/>
          <p:cNvSpPr/>
          <p:nvPr/>
        </p:nvSpPr>
        <p:spPr>
          <a:xfrm flipH="1">
            <a:off x="2208151" y="1613850"/>
            <a:ext cx="4569900" cy="1915800"/>
          </a:xfrm>
          <a:prstGeom prst="snip2DiagRect">
            <a:avLst>
              <a:gd fmla="val 0" name="adj1"/>
              <a:gd fmla="val 24581" name="adj2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1" name="Google Shape;751;p34"/>
          <p:cNvSpPr/>
          <p:nvPr/>
        </p:nvSpPr>
        <p:spPr>
          <a:xfrm>
            <a:off x="-60650" y="5022275"/>
            <a:ext cx="3819000" cy="16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2" name="Google Shape;752;p34"/>
          <p:cNvSpPr/>
          <p:nvPr/>
        </p:nvSpPr>
        <p:spPr>
          <a:xfrm>
            <a:off x="-60650" y="2057225"/>
            <a:ext cx="177000" cy="304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3" name="Google Shape;753;p34"/>
          <p:cNvSpPr/>
          <p:nvPr/>
        </p:nvSpPr>
        <p:spPr>
          <a:xfrm rot="10800000">
            <a:off x="7811975" y="-86625"/>
            <a:ext cx="1486200" cy="68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4" name="Google Shape;754;p34"/>
          <p:cNvSpPr/>
          <p:nvPr/>
        </p:nvSpPr>
        <p:spPr>
          <a:xfrm rot="10800000">
            <a:off x="8869950" y="471375"/>
            <a:ext cx="424800" cy="18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5" name="Google Shape;755;p34"/>
          <p:cNvSpPr txBox="1"/>
          <p:nvPr>
            <p:ph type="title"/>
          </p:nvPr>
        </p:nvSpPr>
        <p:spPr>
          <a:xfrm>
            <a:off x="2626207" y="2342700"/>
            <a:ext cx="38916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756" name="Google Shape;756;p34"/>
          <p:cNvGrpSpPr/>
          <p:nvPr/>
        </p:nvGrpSpPr>
        <p:grpSpPr>
          <a:xfrm>
            <a:off x="-482802" y="3349356"/>
            <a:ext cx="2277538" cy="2277538"/>
            <a:chOff x="987244" y="313753"/>
            <a:chExt cx="555321" cy="555321"/>
          </a:xfrm>
        </p:grpSpPr>
        <p:grpSp>
          <p:nvGrpSpPr>
            <p:cNvPr id="757" name="Google Shape;757;p3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758" name="Google Shape;758;p3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59" name="Google Shape;759;p3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0" name="Google Shape;760;p3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1" name="Google Shape;761;p3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762" name="Google Shape;762;p3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763" name="Google Shape;763;p3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4" name="Google Shape;764;p3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5" name="Google Shape;765;p3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6" name="Google Shape;766;p3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767" name="Google Shape;767;p34"/>
          <p:cNvGrpSpPr/>
          <p:nvPr/>
        </p:nvGrpSpPr>
        <p:grpSpPr>
          <a:xfrm flipH="1" rot="10800000">
            <a:off x="8137738" y="153313"/>
            <a:ext cx="392675" cy="392675"/>
            <a:chOff x="458050" y="265600"/>
            <a:chExt cx="392675" cy="392675"/>
          </a:xfrm>
        </p:grpSpPr>
        <p:sp>
          <p:nvSpPr>
            <p:cNvPr id="768" name="Google Shape;768;p3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9" name="Google Shape;769;p3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0" name="Google Shape;770;p3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1" name="Google Shape;771;p3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72" name="Google Shape;772;p34"/>
          <p:cNvGrpSpPr/>
          <p:nvPr/>
        </p:nvGrpSpPr>
        <p:grpSpPr>
          <a:xfrm flipH="1" rot="10800000">
            <a:off x="8677638" y="153325"/>
            <a:ext cx="392675" cy="392675"/>
            <a:chOff x="458050" y="265600"/>
            <a:chExt cx="392675" cy="392675"/>
          </a:xfrm>
        </p:grpSpPr>
        <p:sp>
          <p:nvSpPr>
            <p:cNvPr id="773" name="Google Shape;773;p3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4" name="Google Shape;774;p3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5" name="Google Shape;775;p3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6" name="Google Shape;776;p3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77" name="Google Shape;777;p34"/>
          <p:cNvGrpSpPr/>
          <p:nvPr/>
        </p:nvGrpSpPr>
        <p:grpSpPr>
          <a:xfrm flipH="1" rot="10800000">
            <a:off x="8412138" y="545988"/>
            <a:ext cx="392675" cy="392675"/>
            <a:chOff x="458050" y="265600"/>
            <a:chExt cx="392675" cy="392675"/>
          </a:xfrm>
        </p:grpSpPr>
        <p:sp>
          <p:nvSpPr>
            <p:cNvPr id="778" name="Google Shape;778;p3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9" name="Google Shape;779;p3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0" name="Google Shape;780;p3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1" name="Google Shape;781;p3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82" name="Google Shape;782;p34"/>
          <p:cNvSpPr/>
          <p:nvPr/>
        </p:nvSpPr>
        <p:spPr>
          <a:xfrm rot="-5400000">
            <a:off x="823337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3" name="Google Shape;783;p34"/>
          <p:cNvSpPr/>
          <p:nvPr/>
        </p:nvSpPr>
        <p:spPr>
          <a:xfrm rot="5400000">
            <a:off x="-97165" y="0"/>
            <a:ext cx="1002600" cy="861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>
  <p:cSld name="DEFAULT">
    <p:bg>
      <p:bgPr>
        <a:solidFill>
          <a:schemeClr val="accent1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5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786" name="Google Shape;786;p35"/>
          <p:cNvSpPr txBox="1"/>
          <p:nvPr>
            <p:ph idx="1" type="subTitle"/>
          </p:nvPr>
        </p:nvSpPr>
        <p:spPr>
          <a:xfrm>
            <a:off x="774525" y="1252525"/>
            <a:ext cx="33702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87" name="Google Shape;787;p35"/>
          <p:cNvSpPr txBox="1"/>
          <p:nvPr>
            <p:ph idx="2" type="body"/>
          </p:nvPr>
        </p:nvSpPr>
        <p:spPr>
          <a:xfrm>
            <a:off x="774525" y="1805525"/>
            <a:ext cx="33702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88" name="Google Shape;788;p35"/>
          <p:cNvSpPr txBox="1"/>
          <p:nvPr>
            <p:ph idx="3" type="subTitle"/>
          </p:nvPr>
        </p:nvSpPr>
        <p:spPr>
          <a:xfrm>
            <a:off x="5290500" y="1252525"/>
            <a:ext cx="33702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89" name="Google Shape;789;p35"/>
          <p:cNvSpPr txBox="1"/>
          <p:nvPr>
            <p:ph idx="4" type="body"/>
          </p:nvPr>
        </p:nvSpPr>
        <p:spPr>
          <a:xfrm>
            <a:off x="5290500" y="1805525"/>
            <a:ext cx="33702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90" name="Google Shape;790;p35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91" name="Google Shape;791;p35"/>
          <p:cNvGrpSpPr/>
          <p:nvPr/>
        </p:nvGrpSpPr>
        <p:grpSpPr>
          <a:xfrm rot="-5400000">
            <a:off x="-1114733" y="2773680"/>
            <a:ext cx="3276643" cy="234348"/>
            <a:chOff x="-4640549" y="265600"/>
            <a:chExt cx="5491274" cy="392675"/>
          </a:xfrm>
        </p:grpSpPr>
        <p:sp>
          <p:nvSpPr>
            <p:cNvPr id="792" name="Google Shape;792;p3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4" name="Google Shape;794;p35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5" name="Google Shape;795;p3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96" name="Google Shape;796;p35"/>
          <p:cNvGrpSpPr/>
          <p:nvPr/>
        </p:nvGrpSpPr>
        <p:grpSpPr>
          <a:xfrm rot="-5400000">
            <a:off x="3414067" y="2773680"/>
            <a:ext cx="3276643" cy="234348"/>
            <a:chOff x="-4640549" y="265600"/>
            <a:chExt cx="5491274" cy="392675"/>
          </a:xfrm>
        </p:grpSpPr>
        <p:sp>
          <p:nvSpPr>
            <p:cNvPr id="797" name="Google Shape;797;p3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8" name="Google Shape;798;p3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9" name="Google Shape;799;p35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0" name="Google Shape;800;p3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>
  <p:cSld name="DEFAULT_4">
    <p:bg>
      <p:bgPr>
        <a:solidFill>
          <a:schemeClr val="accent1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subTitle"/>
          </p:nvPr>
        </p:nvSpPr>
        <p:spPr>
          <a:xfrm>
            <a:off x="774525" y="2515000"/>
            <a:ext cx="3370200" cy="1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04" name="Google Shape;804;p36"/>
          <p:cNvSpPr txBox="1"/>
          <p:nvPr>
            <p:ph idx="2" type="body"/>
          </p:nvPr>
        </p:nvSpPr>
        <p:spPr>
          <a:xfrm>
            <a:off x="774525" y="2876926"/>
            <a:ext cx="3370200" cy="18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05" name="Google Shape;805;p36"/>
          <p:cNvSpPr txBox="1"/>
          <p:nvPr>
            <p:ph idx="3" type="subTitle"/>
          </p:nvPr>
        </p:nvSpPr>
        <p:spPr>
          <a:xfrm>
            <a:off x="5290500" y="2515000"/>
            <a:ext cx="3370200" cy="1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06" name="Google Shape;806;p36"/>
          <p:cNvSpPr txBox="1"/>
          <p:nvPr>
            <p:ph idx="4" type="body"/>
          </p:nvPr>
        </p:nvSpPr>
        <p:spPr>
          <a:xfrm>
            <a:off x="5290500" y="2876926"/>
            <a:ext cx="3370200" cy="18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07" name="Google Shape;807;p36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08" name="Google Shape;808;p36"/>
          <p:cNvGrpSpPr/>
          <p:nvPr/>
        </p:nvGrpSpPr>
        <p:grpSpPr>
          <a:xfrm rot="-5400000">
            <a:off x="-1341513" y="2782595"/>
            <a:ext cx="3730222" cy="234348"/>
            <a:chOff x="-4640549" y="265600"/>
            <a:chExt cx="5491274" cy="392675"/>
          </a:xfrm>
        </p:grpSpPr>
        <p:sp>
          <p:nvSpPr>
            <p:cNvPr id="809" name="Google Shape;809;p3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1" name="Google Shape;811;p36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2" name="Google Shape;812;p3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13" name="Google Shape;813;p36"/>
          <p:cNvGrpSpPr/>
          <p:nvPr/>
        </p:nvGrpSpPr>
        <p:grpSpPr>
          <a:xfrm rot="-5400000">
            <a:off x="3184816" y="2785104"/>
            <a:ext cx="3735165" cy="234348"/>
            <a:chOff x="-4640549" y="265600"/>
            <a:chExt cx="5491274" cy="392675"/>
          </a:xfrm>
        </p:grpSpPr>
        <p:sp>
          <p:nvSpPr>
            <p:cNvPr id="814" name="Google Shape;814;p3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6" name="Google Shape;816;p36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7" name="Google Shape;817;p3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18" name="Google Shape;818;p36"/>
          <p:cNvSpPr/>
          <p:nvPr>
            <p:ph idx="5" type="pic"/>
          </p:nvPr>
        </p:nvSpPr>
        <p:spPr>
          <a:xfrm>
            <a:off x="767225" y="1034700"/>
            <a:ext cx="3402000" cy="13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9" name="Google Shape;819;p36"/>
          <p:cNvSpPr/>
          <p:nvPr>
            <p:ph idx="6" type="pic"/>
          </p:nvPr>
        </p:nvSpPr>
        <p:spPr>
          <a:xfrm>
            <a:off x="5274600" y="1034725"/>
            <a:ext cx="3402000" cy="1348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501">
          <p15:clr>
            <a:srgbClr val="E46962"/>
          </p15:clr>
        </p15:guide>
        <p15:guide id="2" orient="horz" pos="3005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DEFAULT_3">
    <p:bg>
      <p:bgPr>
        <a:solidFill>
          <a:schemeClr val="accent1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7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22" name="Google Shape;822;p37"/>
          <p:cNvSpPr txBox="1"/>
          <p:nvPr>
            <p:ph idx="1" type="subTitle"/>
          </p:nvPr>
        </p:nvSpPr>
        <p:spPr>
          <a:xfrm>
            <a:off x="774525" y="2488475"/>
            <a:ext cx="2247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23" name="Google Shape;823;p37"/>
          <p:cNvSpPr txBox="1"/>
          <p:nvPr>
            <p:ph idx="2" type="body"/>
          </p:nvPr>
        </p:nvSpPr>
        <p:spPr>
          <a:xfrm>
            <a:off x="774525" y="2831903"/>
            <a:ext cx="2247600" cy="16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24" name="Google Shape;824;p37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25" name="Google Shape;825;p37"/>
          <p:cNvGrpSpPr/>
          <p:nvPr/>
        </p:nvGrpSpPr>
        <p:grpSpPr>
          <a:xfrm rot="-5400000">
            <a:off x="-1135040" y="2752895"/>
            <a:ext cx="3317279" cy="234348"/>
            <a:chOff x="-4640549" y="265600"/>
            <a:chExt cx="5491274" cy="392675"/>
          </a:xfrm>
        </p:grpSpPr>
        <p:sp>
          <p:nvSpPr>
            <p:cNvPr id="826" name="Google Shape;826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7" name="Google Shape;827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8" name="Google Shape;828;p3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9" name="Google Shape;829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30" name="Google Shape;830;p37"/>
          <p:cNvSpPr txBox="1"/>
          <p:nvPr>
            <p:ph idx="3" type="subTitle"/>
          </p:nvPr>
        </p:nvSpPr>
        <p:spPr>
          <a:xfrm>
            <a:off x="6469600" y="2489054"/>
            <a:ext cx="2247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31" name="Google Shape;831;p37"/>
          <p:cNvSpPr txBox="1"/>
          <p:nvPr>
            <p:ph idx="4" type="body"/>
          </p:nvPr>
        </p:nvSpPr>
        <p:spPr>
          <a:xfrm>
            <a:off x="6469600" y="2862768"/>
            <a:ext cx="2247600" cy="16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32" name="Google Shape;832;p37"/>
          <p:cNvGrpSpPr/>
          <p:nvPr/>
        </p:nvGrpSpPr>
        <p:grpSpPr>
          <a:xfrm rot="-5400000">
            <a:off x="4560036" y="2803209"/>
            <a:ext cx="3317279" cy="234348"/>
            <a:chOff x="-4640549" y="265600"/>
            <a:chExt cx="5491274" cy="392675"/>
          </a:xfrm>
        </p:grpSpPr>
        <p:sp>
          <p:nvSpPr>
            <p:cNvPr id="833" name="Google Shape;833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4" name="Google Shape;834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5" name="Google Shape;835;p3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6" name="Google Shape;836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37" name="Google Shape;837;p37"/>
          <p:cNvSpPr txBox="1"/>
          <p:nvPr>
            <p:ph idx="5" type="subTitle"/>
          </p:nvPr>
        </p:nvSpPr>
        <p:spPr>
          <a:xfrm>
            <a:off x="3622063" y="2488475"/>
            <a:ext cx="2247600" cy="1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38" name="Google Shape;838;p37"/>
          <p:cNvSpPr txBox="1"/>
          <p:nvPr>
            <p:ph idx="6" type="body"/>
          </p:nvPr>
        </p:nvSpPr>
        <p:spPr>
          <a:xfrm>
            <a:off x="3622063" y="2831903"/>
            <a:ext cx="2247600" cy="16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39" name="Google Shape;839;p37"/>
          <p:cNvGrpSpPr/>
          <p:nvPr/>
        </p:nvGrpSpPr>
        <p:grpSpPr>
          <a:xfrm rot="-5400000">
            <a:off x="1712498" y="2752895"/>
            <a:ext cx="3317279" cy="234348"/>
            <a:chOff x="-4640549" y="265600"/>
            <a:chExt cx="5491274" cy="392675"/>
          </a:xfrm>
        </p:grpSpPr>
        <p:sp>
          <p:nvSpPr>
            <p:cNvPr id="840" name="Google Shape;840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1" name="Google Shape;841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2" name="Google Shape;842;p3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3" name="Google Shape;843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44" name="Google Shape;844;p37"/>
          <p:cNvSpPr/>
          <p:nvPr>
            <p:ph idx="7" type="pic"/>
          </p:nvPr>
        </p:nvSpPr>
        <p:spPr>
          <a:xfrm>
            <a:off x="774525" y="1190500"/>
            <a:ext cx="2247600" cy="1132200"/>
          </a:xfrm>
          <a:prstGeom prst="rect">
            <a:avLst/>
          </a:prstGeom>
          <a:noFill/>
          <a:ln>
            <a:noFill/>
          </a:ln>
        </p:spPr>
      </p:sp>
      <p:sp>
        <p:nvSpPr>
          <p:cNvPr id="845" name="Google Shape;845;p37"/>
          <p:cNvSpPr/>
          <p:nvPr>
            <p:ph idx="8" type="pic"/>
          </p:nvPr>
        </p:nvSpPr>
        <p:spPr>
          <a:xfrm>
            <a:off x="3622075" y="1190500"/>
            <a:ext cx="2247600" cy="11322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37"/>
          <p:cNvSpPr/>
          <p:nvPr>
            <p:ph idx="9" type="pic"/>
          </p:nvPr>
        </p:nvSpPr>
        <p:spPr>
          <a:xfrm>
            <a:off x="6469625" y="1190500"/>
            <a:ext cx="2247600" cy="1132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88">
          <p15:clr>
            <a:srgbClr val="E46962"/>
          </p15:clr>
        </p15:guide>
        <p15:guide id="2" pos="2282">
          <p15:clr>
            <a:srgbClr val="E46962"/>
          </p15:clr>
        </p15:guide>
        <p15:guide id="3" orient="horz" pos="1463">
          <p15:clr>
            <a:srgbClr val="E46962"/>
          </p15:clr>
        </p15:guide>
        <p15:guide id="4" pos="4075">
          <p15:clr>
            <a:srgbClr val="E46962"/>
          </p15:clr>
        </p15:guide>
        <p15:guide id="5" orient="horz" pos="156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DEFAULT_3_1">
    <p:bg>
      <p:bgPr>
        <a:solidFill>
          <a:schemeClr val="accent1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8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49" name="Google Shape;849;p38"/>
          <p:cNvSpPr txBox="1"/>
          <p:nvPr>
            <p:ph idx="1" type="subTitle"/>
          </p:nvPr>
        </p:nvSpPr>
        <p:spPr>
          <a:xfrm>
            <a:off x="774525" y="12525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50" name="Google Shape;850;p38"/>
          <p:cNvSpPr txBox="1"/>
          <p:nvPr>
            <p:ph idx="2" type="body"/>
          </p:nvPr>
        </p:nvSpPr>
        <p:spPr>
          <a:xfrm>
            <a:off x="774525" y="18055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1" name="Google Shape;851;p38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52" name="Google Shape;852;p38"/>
          <p:cNvGrpSpPr/>
          <p:nvPr/>
        </p:nvGrpSpPr>
        <p:grpSpPr>
          <a:xfrm rot="-5400000">
            <a:off x="-1114733" y="2773680"/>
            <a:ext cx="3276643" cy="234348"/>
            <a:chOff x="-4640549" y="265600"/>
            <a:chExt cx="5491274" cy="392675"/>
          </a:xfrm>
        </p:grpSpPr>
        <p:sp>
          <p:nvSpPr>
            <p:cNvPr id="853" name="Google Shape;853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5" name="Google Shape;855;p38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6" name="Google Shape;856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57" name="Google Shape;857;p38"/>
          <p:cNvSpPr txBox="1"/>
          <p:nvPr>
            <p:ph idx="3" type="subTitle"/>
          </p:nvPr>
        </p:nvSpPr>
        <p:spPr>
          <a:xfrm>
            <a:off x="6469600" y="13022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58" name="Google Shape;858;p38"/>
          <p:cNvSpPr txBox="1"/>
          <p:nvPr>
            <p:ph idx="4" type="body"/>
          </p:nvPr>
        </p:nvSpPr>
        <p:spPr>
          <a:xfrm>
            <a:off x="6469600" y="18552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59" name="Google Shape;859;p38"/>
          <p:cNvGrpSpPr/>
          <p:nvPr/>
        </p:nvGrpSpPr>
        <p:grpSpPr>
          <a:xfrm rot="-5400000">
            <a:off x="4580342" y="2823380"/>
            <a:ext cx="3276643" cy="234348"/>
            <a:chOff x="-4640549" y="265600"/>
            <a:chExt cx="5491274" cy="392675"/>
          </a:xfrm>
        </p:grpSpPr>
        <p:sp>
          <p:nvSpPr>
            <p:cNvPr id="860" name="Google Shape;860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2" name="Google Shape;862;p38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3" name="Google Shape;863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64" name="Google Shape;864;p38"/>
          <p:cNvSpPr txBox="1"/>
          <p:nvPr>
            <p:ph idx="5" type="subTitle"/>
          </p:nvPr>
        </p:nvSpPr>
        <p:spPr>
          <a:xfrm>
            <a:off x="3622063" y="12525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65" name="Google Shape;865;p38"/>
          <p:cNvSpPr txBox="1"/>
          <p:nvPr>
            <p:ph idx="6" type="body"/>
          </p:nvPr>
        </p:nvSpPr>
        <p:spPr>
          <a:xfrm>
            <a:off x="3622063" y="18055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66" name="Google Shape;866;p38"/>
          <p:cNvGrpSpPr/>
          <p:nvPr/>
        </p:nvGrpSpPr>
        <p:grpSpPr>
          <a:xfrm rot="-5400000">
            <a:off x="1732805" y="2773680"/>
            <a:ext cx="3276643" cy="234348"/>
            <a:chOff x="-4640549" y="265600"/>
            <a:chExt cx="5491274" cy="392675"/>
          </a:xfrm>
        </p:grpSpPr>
        <p:sp>
          <p:nvSpPr>
            <p:cNvPr id="867" name="Google Shape;867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8" name="Google Shape;868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9" name="Google Shape;869;p38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0" name="Google Shape;870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1">
  <p:cSld name="DEFAULT_3_1_1">
    <p:bg>
      <p:bgPr>
        <a:solidFill>
          <a:schemeClr val="accent1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9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73" name="Google Shape;873;p39"/>
          <p:cNvSpPr txBox="1"/>
          <p:nvPr>
            <p:ph idx="1" type="subTitle"/>
          </p:nvPr>
        </p:nvSpPr>
        <p:spPr>
          <a:xfrm>
            <a:off x="774525" y="12525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74" name="Google Shape;874;p39"/>
          <p:cNvSpPr txBox="1"/>
          <p:nvPr>
            <p:ph idx="2" type="body"/>
          </p:nvPr>
        </p:nvSpPr>
        <p:spPr>
          <a:xfrm>
            <a:off x="774525" y="18055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5" name="Google Shape;875;p39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76" name="Google Shape;876;p39"/>
          <p:cNvGrpSpPr/>
          <p:nvPr/>
        </p:nvGrpSpPr>
        <p:grpSpPr>
          <a:xfrm rot="-5400000">
            <a:off x="-1114733" y="2773680"/>
            <a:ext cx="3276643" cy="234348"/>
            <a:chOff x="-4640549" y="265600"/>
            <a:chExt cx="5491274" cy="392675"/>
          </a:xfrm>
        </p:grpSpPr>
        <p:sp>
          <p:nvSpPr>
            <p:cNvPr id="877" name="Google Shape;877;p3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9" name="Google Shape;879;p39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0" name="Google Shape;880;p3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81" name="Google Shape;881;p39"/>
          <p:cNvSpPr txBox="1"/>
          <p:nvPr>
            <p:ph idx="3" type="subTitle"/>
          </p:nvPr>
        </p:nvSpPr>
        <p:spPr>
          <a:xfrm>
            <a:off x="6469600" y="13022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82" name="Google Shape;882;p39"/>
          <p:cNvSpPr txBox="1"/>
          <p:nvPr>
            <p:ph idx="4" type="body"/>
          </p:nvPr>
        </p:nvSpPr>
        <p:spPr>
          <a:xfrm>
            <a:off x="6469600" y="18552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83" name="Google Shape;883;p39"/>
          <p:cNvGrpSpPr/>
          <p:nvPr/>
        </p:nvGrpSpPr>
        <p:grpSpPr>
          <a:xfrm rot="-5400000">
            <a:off x="4580342" y="2823380"/>
            <a:ext cx="3276643" cy="234348"/>
            <a:chOff x="-4640549" y="265600"/>
            <a:chExt cx="5491274" cy="392675"/>
          </a:xfrm>
        </p:grpSpPr>
        <p:sp>
          <p:nvSpPr>
            <p:cNvPr id="884" name="Google Shape;884;p3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5" name="Google Shape;885;p3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6" name="Google Shape;886;p39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7" name="Google Shape;887;p3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88" name="Google Shape;888;p39"/>
          <p:cNvSpPr txBox="1"/>
          <p:nvPr>
            <p:ph idx="5" type="subTitle"/>
          </p:nvPr>
        </p:nvSpPr>
        <p:spPr>
          <a:xfrm>
            <a:off x="3622063" y="1252525"/>
            <a:ext cx="224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89" name="Google Shape;889;p39"/>
          <p:cNvSpPr txBox="1"/>
          <p:nvPr>
            <p:ph idx="6" type="body"/>
          </p:nvPr>
        </p:nvSpPr>
        <p:spPr>
          <a:xfrm>
            <a:off x="3622063" y="1805525"/>
            <a:ext cx="224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890" name="Google Shape;890;p39"/>
          <p:cNvGrpSpPr/>
          <p:nvPr/>
        </p:nvGrpSpPr>
        <p:grpSpPr>
          <a:xfrm rot="-5400000">
            <a:off x="1732805" y="2773680"/>
            <a:ext cx="3276643" cy="234348"/>
            <a:chOff x="-4640549" y="265600"/>
            <a:chExt cx="5491274" cy="392675"/>
          </a:xfrm>
        </p:grpSpPr>
        <p:sp>
          <p:nvSpPr>
            <p:cNvPr id="891" name="Google Shape;891;p3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2" name="Google Shape;892;p3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3" name="Google Shape;893;p39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4" name="Google Shape;894;p3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DEFAULT_2">
    <p:bg>
      <p:bgPr>
        <a:solidFill>
          <a:schemeClr val="accent1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0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97" name="Google Shape;897;p40"/>
          <p:cNvSpPr txBox="1"/>
          <p:nvPr>
            <p:ph idx="1" type="subTitle"/>
          </p:nvPr>
        </p:nvSpPr>
        <p:spPr>
          <a:xfrm>
            <a:off x="483300" y="1252525"/>
            <a:ext cx="36615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98" name="Google Shape;898;p40"/>
          <p:cNvSpPr txBox="1"/>
          <p:nvPr>
            <p:ph idx="2" type="body"/>
          </p:nvPr>
        </p:nvSpPr>
        <p:spPr>
          <a:xfrm>
            <a:off x="483300" y="1805525"/>
            <a:ext cx="36615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9" name="Google Shape;899;p40"/>
          <p:cNvSpPr txBox="1"/>
          <p:nvPr>
            <p:ph idx="3" type="subTitle"/>
          </p:nvPr>
        </p:nvSpPr>
        <p:spPr>
          <a:xfrm>
            <a:off x="4999200" y="1252525"/>
            <a:ext cx="36615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00" name="Google Shape;900;p40"/>
          <p:cNvSpPr txBox="1"/>
          <p:nvPr>
            <p:ph idx="4" type="body"/>
          </p:nvPr>
        </p:nvSpPr>
        <p:spPr>
          <a:xfrm>
            <a:off x="4999200" y="1805525"/>
            <a:ext cx="36615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1" name="Google Shape;901;p40"/>
          <p:cNvSpPr/>
          <p:nvPr/>
        </p:nvSpPr>
        <p:spPr>
          <a:xfrm>
            <a:off x="-60650" y="5022275"/>
            <a:ext cx="3819000" cy="16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2" name="Google Shape;902;p40"/>
          <p:cNvSpPr/>
          <p:nvPr/>
        </p:nvSpPr>
        <p:spPr>
          <a:xfrm>
            <a:off x="-60650" y="2057225"/>
            <a:ext cx="177000" cy="304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3" name="Google Shape;903;p40"/>
          <p:cNvSpPr/>
          <p:nvPr/>
        </p:nvSpPr>
        <p:spPr>
          <a:xfrm rot="10800000">
            <a:off x="8650175" y="-86625"/>
            <a:ext cx="1486200" cy="68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4" name="Google Shape;904;p40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>
  <p:cSld name="DEFAULT_2_1">
    <p:bg>
      <p:bgPr>
        <a:solidFill>
          <a:schemeClr val="accent1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1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907" name="Google Shape;907;p41"/>
          <p:cNvSpPr txBox="1"/>
          <p:nvPr>
            <p:ph idx="1" type="subTitle"/>
          </p:nvPr>
        </p:nvSpPr>
        <p:spPr>
          <a:xfrm>
            <a:off x="483300" y="1252525"/>
            <a:ext cx="25977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08" name="Google Shape;908;p41"/>
          <p:cNvSpPr txBox="1"/>
          <p:nvPr>
            <p:ph idx="2" type="body"/>
          </p:nvPr>
        </p:nvSpPr>
        <p:spPr>
          <a:xfrm>
            <a:off x="483300" y="1805525"/>
            <a:ext cx="25977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9" name="Google Shape;909;p41"/>
          <p:cNvSpPr/>
          <p:nvPr/>
        </p:nvSpPr>
        <p:spPr>
          <a:xfrm>
            <a:off x="-60650" y="5022275"/>
            <a:ext cx="3819000" cy="1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0" name="Google Shape;910;p41"/>
          <p:cNvSpPr/>
          <p:nvPr/>
        </p:nvSpPr>
        <p:spPr>
          <a:xfrm>
            <a:off x="-60650" y="2057225"/>
            <a:ext cx="177000" cy="304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1" name="Google Shape;911;p41"/>
          <p:cNvSpPr/>
          <p:nvPr/>
        </p:nvSpPr>
        <p:spPr>
          <a:xfrm rot="10800000">
            <a:off x="8650175" y="-86625"/>
            <a:ext cx="1486200" cy="68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2" name="Google Shape;912;p41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3" name="Google Shape;913;p41"/>
          <p:cNvSpPr txBox="1"/>
          <p:nvPr>
            <p:ph idx="3" type="subTitle"/>
          </p:nvPr>
        </p:nvSpPr>
        <p:spPr>
          <a:xfrm>
            <a:off x="6110500" y="1252525"/>
            <a:ext cx="25977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14" name="Google Shape;914;p41"/>
          <p:cNvSpPr txBox="1"/>
          <p:nvPr>
            <p:ph idx="4" type="body"/>
          </p:nvPr>
        </p:nvSpPr>
        <p:spPr>
          <a:xfrm>
            <a:off x="6110500" y="1805525"/>
            <a:ext cx="25977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15" name="Google Shape;915;p41"/>
          <p:cNvSpPr txBox="1"/>
          <p:nvPr>
            <p:ph idx="5" type="subTitle"/>
          </p:nvPr>
        </p:nvSpPr>
        <p:spPr>
          <a:xfrm>
            <a:off x="3186875" y="1252525"/>
            <a:ext cx="25977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16" name="Google Shape;916;p41"/>
          <p:cNvSpPr txBox="1"/>
          <p:nvPr>
            <p:ph idx="6" type="body"/>
          </p:nvPr>
        </p:nvSpPr>
        <p:spPr>
          <a:xfrm>
            <a:off x="3186875" y="1805525"/>
            <a:ext cx="25977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>
  <p:cSld name="DEFAULT_1">
    <p:bg>
      <p:bgPr>
        <a:solidFill>
          <a:schemeClr val="accent1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2"/>
          <p:cNvSpPr/>
          <p:nvPr/>
        </p:nvSpPr>
        <p:spPr>
          <a:xfrm>
            <a:off x="8572475" y="-3575"/>
            <a:ext cx="6528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9" name="Google Shape;919;p42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920" name="Google Shape;920;p42"/>
          <p:cNvSpPr txBox="1"/>
          <p:nvPr>
            <p:ph idx="1" type="subTitle"/>
          </p:nvPr>
        </p:nvSpPr>
        <p:spPr>
          <a:xfrm>
            <a:off x="483300" y="1328725"/>
            <a:ext cx="2897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21" name="Google Shape;921;p42"/>
          <p:cNvSpPr txBox="1"/>
          <p:nvPr>
            <p:ph idx="2" type="body"/>
          </p:nvPr>
        </p:nvSpPr>
        <p:spPr>
          <a:xfrm>
            <a:off x="3809975" y="1328725"/>
            <a:ext cx="4850700" cy="12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22" name="Google Shape;922;p42"/>
          <p:cNvSpPr txBox="1"/>
          <p:nvPr>
            <p:ph idx="3" type="subTitle"/>
          </p:nvPr>
        </p:nvSpPr>
        <p:spPr>
          <a:xfrm>
            <a:off x="483313" y="3012250"/>
            <a:ext cx="2897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23" name="Google Shape;923;p42"/>
          <p:cNvSpPr txBox="1"/>
          <p:nvPr>
            <p:ph idx="4" type="body"/>
          </p:nvPr>
        </p:nvSpPr>
        <p:spPr>
          <a:xfrm>
            <a:off x="3809988" y="3012250"/>
            <a:ext cx="4850700" cy="12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924" name="Google Shape;924;p42"/>
          <p:cNvGrpSpPr/>
          <p:nvPr/>
        </p:nvGrpSpPr>
        <p:grpSpPr>
          <a:xfrm>
            <a:off x="7760105" y="-840619"/>
            <a:ext cx="2277538" cy="2277538"/>
            <a:chOff x="987244" y="313753"/>
            <a:chExt cx="555321" cy="555321"/>
          </a:xfrm>
        </p:grpSpPr>
        <p:grpSp>
          <p:nvGrpSpPr>
            <p:cNvPr id="925" name="Google Shape;925;p42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926" name="Google Shape;926;p4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27" name="Google Shape;927;p4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28" name="Google Shape;928;p4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29" name="Google Shape;929;p4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930" name="Google Shape;930;p42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931" name="Google Shape;931;p4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32" name="Google Shape;932;p4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33" name="Google Shape;933;p4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34" name="Google Shape;934;p4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935" name="Google Shape;935;p42"/>
          <p:cNvGrpSpPr/>
          <p:nvPr/>
        </p:nvGrpSpPr>
        <p:grpSpPr>
          <a:xfrm>
            <a:off x="73663" y="4677163"/>
            <a:ext cx="392675" cy="392675"/>
            <a:chOff x="458050" y="265600"/>
            <a:chExt cx="392675" cy="392675"/>
          </a:xfrm>
        </p:grpSpPr>
        <p:sp>
          <p:nvSpPr>
            <p:cNvPr id="936" name="Google Shape;936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8" name="Google Shape;938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9" name="Google Shape;939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40" name="Google Shape;940;p42"/>
          <p:cNvGrpSpPr/>
          <p:nvPr/>
        </p:nvGrpSpPr>
        <p:grpSpPr>
          <a:xfrm>
            <a:off x="613563" y="4677150"/>
            <a:ext cx="392675" cy="392675"/>
            <a:chOff x="458050" y="265600"/>
            <a:chExt cx="392675" cy="392675"/>
          </a:xfrm>
        </p:grpSpPr>
        <p:sp>
          <p:nvSpPr>
            <p:cNvPr id="941" name="Google Shape;941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3" name="Google Shape;943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4" name="Google Shape;944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45" name="Google Shape;945;p42"/>
          <p:cNvGrpSpPr/>
          <p:nvPr/>
        </p:nvGrpSpPr>
        <p:grpSpPr>
          <a:xfrm>
            <a:off x="348063" y="4284488"/>
            <a:ext cx="392675" cy="392675"/>
            <a:chOff x="458050" y="265600"/>
            <a:chExt cx="392675" cy="392675"/>
          </a:xfrm>
        </p:grpSpPr>
        <p:sp>
          <p:nvSpPr>
            <p:cNvPr id="946" name="Google Shape;946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8" name="Google Shape;948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9" name="Google Shape;949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>
  <p:cSld name="DEFAULT_1_1">
    <p:bg>
      <p:bgPr>
        <a:solidFill>
          <a:schemeClr val="accent1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3"/>
          <p:cNvSpPr/>
          <p:nvPr/>
        </p:nvSpPr>
        <p:spPr>
          <a:xfrm>
            <a:off x="8572475" y="-3575"/>
            <a:ext cx="6528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2" name="Google Shape;952;p43"/>
          <p:cNvSpPr txBox="1"/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grpSp>
        <p:nvGrpSpPr>
          <p:cNvPr id="953" name="Google Shape;953;p43"/>
          <p:cNvGrpSpPr/>
          <p:nvPr/>
        </p:nvGrpSpPr>
        <p:grpSpPr>
          <a:xfrm>
            <a:off x="7760105" y="-840619"/>
            <a:ext cx="2277538" cy="2277538"/>
            <a:chOff x="987244" y="313753"/>
            <a:chExt cx="555321" cy="555321"/>
          </a:xfrm>
        </p:grpSpPr>
        <p:grpSp>
          <p:nvGrpSpPr>
            <p:cNvPr id="954" name="Google Shape;954;p43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955" name="Google Shape;955;p43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56" name="Google Shape;956;p43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57" name="Google Shape;957;p43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58" name="Google Shape;958;p43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959" name="Google Shape;959;p43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960" name="Google Shape;960;p43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61" name="Google Shape;961;p43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62" name="Google Shape;962;p43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63" name="Google Shape;963;p43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964" name="Google Shape;964;p43"/>
          <p:cNvGrpSpPr/>
          <p:nvPr/>
        </p:nvGrpSpPr>
        <p:grpSpPr>
          <a:xfrm>
            <a:off x="-154937" y="4829563"/>
            <a:ext cx="392675" cy="392675"/>
            <a:chOff x="458050" y="265600"/>
            <a:chExt cx="392675" cy="392675"/>
          </a:xfrm>
        </p:grpSpPr>
        <p:sp>
          <p:nvSpPr>
            <p:cNvPr id="965" name="Google Shape;965;p4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6" name="Google Shape;966;p4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7" name="Google Shape;967;p4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8" name="Google Shape;968;p4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69" name="Google Shape;969;p43"/>
          <p:cNvGrpSpPr/>
          <p:nvPr/>
        </p:nvGrpSpPr>
        <p:grpSpPr>
          <a:xfrm>
            <a:off x="384963" y="4829550"/>
            <a:ext cx="392675" cy="392675"/>
            <a:chOff x="458050" y="265600"/>
            <a:chExt cx="392675" cy="392675"/>
          </a:xfrm>
        </p:grpSpPr>
        <p:sp>
          <p:nvSpPr>
            <p:cNvPr id="970" name="Google Shape;970;p4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1" name="Google Shape;971;p4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2" name="Google Shape;972;p4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3" name="Google Shape;973;p4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74" name="Google Shape;974;p43"/>
          <p:cNvGrpSpPr/>
          <p:nvPr/>
        </p:nvGrpSpPr>
        <p:grpSpPr>
          <a:xfrm>
            <a:off x="119463" y="4436888"/>
            <a:ext cx="392675" cy="392675"/>
            <a:chOff x="458050" y="265600"/>
            <a:chExt cx="392675" cy="392675"/>
          </a:xfrm>
        </p:grpSpPr>
        <p:sp>
          <p:nvSpPr>
            <p:cNvPr id="975" name="Google Shape;975;p4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6" name="Google Shape;976;p4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7" name="Google Shape;977;p4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8" name="Google Shape;978;p4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979" name="Google Shape;979;p43"/>
          <p:cNvSpPr txBox="1"/>
          <p:nvPr>
            <p:ph idx="1" type="subTitle"/>
          </p:nvPr>
        </p:nvSpPr>
        <p:spPr>
          <a:xfrm>
            <a:off x="483300" y="1252525"/>
            <a:ext cx="245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80" name="Google Shape;980;p43"/>
          <p:cNvSpPr txBox="1"/>
          <p:nvPr>
            <p:ph idx="2" type="body"/>
          </p:nvPr>
        </p:nvSpPr>
        <p:spPr>
          <a:xfrm>
            <a:off x="483300" y="1805525"/>
            <a:ext cx="245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1" name="Google Shape;981;p43"/>
          <p:cNvSpPr txBox="1"/>
          <p:nvPr>
            <p:ph idx="3" type="subTitle"/>
          </p:nvPr>
        </p:nvSpPr>
        <p:spPr>
          <a:xfrm>
            <a:off x="5807277" y="1252525"/>
            <a:ext cx="245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82" name="Google Shape;982;p43"/>
          <p:cNvSpPr txBox="1"/>
          <p:nvPr>
            <p:ph idx="4" type="body"/>
          </p:nvPr>
        </p:nvSpPr>
        <p:spPr>
          <a:xfrm>
            <a:off x="5807277" y="1805525"/>
            <a:ext cx="245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3" name="Google Shape;983;p43"/>
          <p:cNvSpPr txBox="1"/>
          <p:nvPr>
            <p:ph idx="5" type="subTitle"/>
          </p:nvPr>
        </p:nvSpPr>
        <p:spPr>
          <a:xfrm>
            <a:off x="3041192" y="1252525"/>
            <a:ext cx="2457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84" name="Google Shape;984;p43"/>
          <p:cNvSpPr txBox="1"/>
          <p:nvPr>
            <p:ph idx="6" type="body"/>
          </p:nvPr>
        </p:nvSpPr>
        <p:spPr>
          <a:xfrm>
            <a:off x="3041192" y="1805525"/>
            <a:ext cx="2457600" cy="26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CUSTOM_10">
    <p:bg>
      <p:bgPr>
        <a:solidFill>
          <a:schemeClr val="accent5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4"/>
          <p:cNvSpPr txBox="1"/>
          <p:nvPr>
            <p:ph type="title"/>
          </p:nvPr>
        </p:nvSpPr>
        <p:spPr>
          <a:xfrm>
            <a:off x="3644350" y="269950"/>
            <a:ext cx="42738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987" name="Google Shape;987;p44"/>
          <p:cNvSpPr/>
          <p:nvPr>
            <p:ph idx="2" type="pic"/>
          </p:nvPr>
        </p:nvSpPr>
        <p:spPr>
          <a:xfrm>
            <a:off x="270000" y="266775"/>
            <a:ext cx="2711700" cy="3161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988" name="Google Shape;988;p44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989" name="Google Shape;989;p44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990" name="Google Shape;990;p4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1" name="Google Shape;991;p4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2" name="Google Shape;992;p4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3" name="Google Shape;993;p4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94" name="Google Shape;994;p44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995" name="Google Shape;995;p4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6" name="Google Shape;996;p4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7" name="Google Shape;997;p4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8" name="Google Shape;998;p4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999" name="Google Shape;999;p44"/>
          <p:cNvSpPr/>
          <p:nvPr/>
        </p:nvSpPr>
        <p:spPr>
          <a:xfrm>
            <a:off x="860742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0" name="Google Shape;1000;p44"/>
          <p:cNvSpPr txBox="1"/>
          <p:nvPr>
            <p:ph idx="1" type="body"/>
          </p:nvPr>
        </p:nvSpPr>
        <p:spPr>
          <a:xfrm>
            <a:off x="3644350" y="1061225"/>
            <a:ext cx="5033400" cy="3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01" name="Google Shape;1001;p44"/>
          <p:cNvSpPr txBox="1"/>
          <p:nvPr>
            <p:ph idx="3" type="subTitle"/>
          </p:nvPr>
        </p:nvSpPr>
        <p:spPr>
          <a:xfrm>
            <a:off x="270000" y="3649925"/>
            <a:ext cx="27519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Medium"/>
              <a:buNone/>
              <a:defRPr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02" name="Google Shape;1002;p44"/>
          <p:cNvSpPr txBox="1"/>
          <p:nvPr>
            <p:ph idx="4" type="body"/>
          </p:nvPr>
        </p:nvSpPr>
        <p:spPr>
          <a:xfrm>
            <a:off x="270000" y="3941525"/>
            <a:ext cx="2751900" cy="5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2">
  <p:cSld name="CUSTOM_10_1">
    <p:bg>
      <p:bgPr>
        <a:solidFill>
          <a:schemeClr val="dk1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5"/>
          <p:cNvSpPr/>
          <p:nvPr/>
        </p:nvSpPr>
        <p:spPr>
          <a:xfrm>
            <a:off x="281600" y="3429450"/>
            <a:ext cx="2711700" cy="109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5" name="Google Shape;1005;p45"/>
          <p:cNvSpPr txBox="1"/>
          <p:nvPr>
            <p:ph type="title"/>
          </p:nvPr>
        </p:nvSpPr>
        <p:spPr>
          <a:xfrm>
            <a:off x="3644350" y="269950"/>
            <a:ext cx="42738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006" name="Google Shape;1006;p45"/>
          <p:cNvSpPr/>
          <p:nvPr>
            <p:ph idx="2" type="pic"/>
          </p:nvPr>
        </p:nvSpPr>
        <p:spPr>
          <a:xfrm>
            <a:off x="270000" y="266775"/>
            <a:ext cx="2711700" cy="31611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07" name="Google Shape;1007;p45"/>
          <p:cNvSpPr txBox="1"/>
          <p:nvPr>
            <p:ph idx="1" type="body"/>
          </p:nvPr>
        </p:nvSpPr>
        <p:spPr>
          <a:xfrm>
            <a:off x="3644350" y="1061225"/>
            <a:ext cx="4680300" cy="3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08" name="Google Shape;1008;p45"/>
          <p:cNvSpPr txBox="1"/>
          <p:nvPr>
            <p:ph idx="3" type="subTitle"/>
          </p:nvPr>
        </p:nvSpPr>
        <p:spPr>
          <a:xfrm>
            <a:off x="428750" y="3547183"/>
            <a:ext cx="23892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Medium"/>
              <a:buNone/>
              <a:defRPr sz="12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09" name="Google Shape;1009;p45"/>
          <p:cNvSpPr txBox="1"/>
          <p:nvPr>
            <p:ph idx="4" type="body"/>
          </p:nvPr>
        </p:nvSpPr>
        <p:spPr>
          <a:xfrm>
            <a:off x="428750" y="3838783"/>
            <a:ext cx="23892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10" name="Google Shape;1010;p45"/>
          <p:cNvSpPr/>
          <p:nvPr/>
        </p:nvSpPr>
        <p:spPr>
          <a:xfrm>
            <a:off x="8572475" y="-3575"/>
            <a:ext cx="6528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11" name="Google Shape;1011;p45"/>
          <p:cNvGrpSpPr/>
          <p:nvPr/>
        </p:nvGrpSpPr>
        <p:grpSpPr>
          <a:xfrm>
            <a:off x="7760105" y="-840619"/>
            <a:ext cx="2277538" cy="2277538"/>
            <a:chOff x="987244" y="313753"/>
            <a:chExt cx="555321" cy="555321"/>
          </a:xfrm>
        </p:grpSpPr>
        <p:grpSp>
          <p:nvGrpSpPr>
            <p:cNvPr id="1012" name="Google Shape;1012;p45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013" name="Google Shape;1013;p4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14" name="Google Shape;1014;p4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15" name="Google Shape;1015;p4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16" name="Google Shape;1016;p4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017" name="Google Shape;1017;p45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018" name="Google Shape;1018;p4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19" name="Google Shape;1019;p4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20" name="Google Shape;1020;p4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21" name="Google Shape;1021;p4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1022" name="Google Shape;1022;p45"/>
          <p:cNvGrpSpPr/>
          <p:nvPr/>
        </p:nvGrpSpPr>
        <p:grpSpPr>
          <a:xfrm>
            <a:off x="73672" y="4794975"/>
            <a:ext cx="274873" cy="274872"/>
            <a:chOff x="458050" y="265600"/>
            <a:chExt cx="392675" cy="392675"/>
          </a:xfrm>
        </p:grpSpPr>
        <p:sp>
          <p:nvSpPr>
            <p:cNvPr id="1023" name="Google Shape;1023;p4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4" name="Google Shape;1024;p4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5" name="Google Shape;1025;p4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6" name="Google Shape;1026;p4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27" name="Google Shape;1027;p45"/>
          <p:cNvGrpSpPr/>
          <p:nvPr/>
        </p:nvGrpSpPr>
        <p:grpSpPr>
          <a:xfrm>
            <a:off x="451601" y="4794966"/>
            <a:ext cx="274873" cy="274873"/>
            <a:chOff x="458050" y="265600"/>
            <a:chExt cx="392675" cy="392675"/>
          </a:xfrm>
        </p:grpSpPr>
        <p:sp>
          <p:nvSpPr>
            <p:cNvPr id="1028" name="Google Shape;1028;p4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9" name="Google Shape;1029;p4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0" name="Google Shape;1030;p4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1" name="Google Shape;1031;p4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32" name="Google Shape;1032;p45"/>
          <p:cNvGrpSpPr/>
          <p:nvPr/>
        </p:nvGrpSpPr>
        <p:grpSpPr>
          <a:xfrm>
            <a:off x="265751" y="4520104"/>
            <a:ext cx="274873" cy="274872"/>
            <a:chOff x="458050" y="265600"/>
            <a:chExt cx="392675" cy="392675"/>
          </a:xfrm>
        </p:grpSpPr>
        <p:sp>
          <p:nvSpPr>
            <p:cNvPr id="1033" name="Google Shape;1033;p4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4" name="Google Shape;1034;p4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5" name="Google Shape;1035;p4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6" name="Google Shape;1036;p4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3">
  <p:cSld name="CUSTOM_11">
    <p:bg>
      <p:bgPr>
        <a:solidFill>
          <a:schemeClr val="accent5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6"/>
          <p:cNvSpPr txBox="1"/>
          <p:nvPr>
            <p:ph type="title"/>
          </p:nvPr>
        </p:nvSpPr>
        <p:spPr>
          <a:xfrm>
            <a:off x="715025" y="269950"/>
            <a:ext cx="7468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9" name="Google Shape;1039;p46"/>
          <p:cNvSpPr/>
          <p:nvPr/>
        </p:nvSpPr>
        <p:spPr>
          <a:xfrm>
            <a:off x="715025" y="892250"/>
            <a:ext cx="7541400" cy="3607500"/>
          </a:xfrm>
          <a:prstGeom prst="snip2DiagRect">
            <a:avLst>
              <a:gd fmla="val 0" name="adj1"/>
              <a:gd fmla="val 754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0" name="Google Shape;1040;p46"/>
          <p:cNvSpPr/>
          <p:nvPr>
            <p:ph idx="2" type="pic"/>
          </p:nvPr>
        </p:nvSpPr>
        <p:spPr>
          <a:xfrm>
            <a:off x="943800" y="1098900"/>
            <a:ext cx="2162700" cy="2521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41" name="Google Shape;1041;p46"/>
          <p:cNvSpPr txBox="1"/>
          <p:nvPr>
            <p:ph idx="1" type="subTitle"/>
          </p:nvPr>
        </p:nvSpPr>
        <p:spPr>
          <a:xfrm>
            <a:off x="943800" y="3737683"/>
            <a:ext cx="23892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None/>
              <a:defRPr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42" name="Google Shape;1042;p46"/>
          <p:cNvSpPr txBox="1"/>
          <p:nvPr>
            <p:ph idx="3" type="body"/>
          </p:nvPr>
        </p:nvSpPr>
        <p:spPr>
          <a:xfrm>
            <a:off x="943800" y="4029278"/>
            <a:ext cx="2389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3" name="Google Shape;1043;p46"/>
          <p:cNvSpPr txBox="1"/>
          <p:nvPr>
            <p:ph idx="4" type="body"/>
          </p:nvPr>
        </p:nvSpPr>
        <p:spPr>
          <a:xfrm>
            <a:off x="3457450" y="1098900"/>
            <a:ext cx="4551900" cy="31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4" name="Google Shape;1044;p46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5" name="Google Shape;1045;p46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6" name="Google Shape;1046;p46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47" name="Google Shape;1047;p46"/>
          <p:cNvGrpSpPr/>
          <p:nvPr/>
        </p:nvGrpSpPr>
        <p:grpSpPr>
          <a:xfrm>
            <a:off x="-307337" y="-123437"/>
            <a:ext cx="392675" cy="392675"/>
            <a:chOff x="458050" y="265600"/>
            <a:chExt cx="392675" cy="392675"/>
          </a:xfrm>
        </p:grpSpPr>
        <p:sp>
          <p:nvSpPr>
            <p:cNvPr id="1048" name="Google Shape;1048;p4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49" name="Google Shape;1049;p4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0" name="Google Shape;1050;p4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1" name="Google Shape;1051;p4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52" name="Google Shape;1052;p46"/>
          <p:cNvGrpSpPr/>
          <p:nvPr/>
        </p:nvGrpSpPr>
        <p:grpSpPr>
          <a:xfrm>
            <a:off x="232563" y="-123450"/>
            <a:ext cx="392675" cy="392675"/>
            <a:chOff x="458050" y="265600"/>
            <a:chExt cx="392675" cy="392675"/>
          </a:xfrm>
        </p:grpSpPr>
        <p:sp>
          <p:nvSpPr>
            <p:cNvPr id="1053" name="Google Shape;1053;p4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4" name="Google Shape;1054;p4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5" name="Google Shape;1055;p4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6" name="Google Shape;1056;p4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CUSTOM_8_1">
    <p:bg>
      <p:bgPr>
        <a:solidFill>
          <a:schemeClr val="accent1"/>
        </a:solid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47"/>
          <p:cNvSpPr txBox="1"/>
          <p:nvPr>
            <p:ph type="title"/>
          </p:nvPr>
        </p:nvSpPr>
        <p:spPr>
          <a:xfrm>
            <a:off x="3928625" y="707675"/>
            <a:ext cx="49035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1059" name="Google Shape;1059;p47"/>
          <p:cNvSpPr/>
          <p:nvPr>
            <p:ph idx="2" type="pic"/>
          </p:nvPr>
        </p:nvSpPr>
        <p:spPr>
          <a:xfrm>
            <a:off x="-8250" y="0"/>
            <a:ext cx="3030300" cy="51435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060" name="Google Shape;1060;p47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61" name="Google Shape;1061;p47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062" name="Google Shape;1062;p4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3" name="Google Shape;1063;p4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4" name="Google Shape;1064;p4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5" name="Google Shape;1065;p4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66" name="Google Shape;1066;p47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067" name="Google Shape;1067;p4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8" name="Google Shape;1068;p4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9" name="Google Shape;1069;p4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70" name="Google Shape;1070;p4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71" name="Google Shape;1071;p47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2" name="Google Shape;1072;p47"/>
          <p:cNvSpPr/>
          <p:nvPr/>
        </p:nvSpPr>
        <p:spPr>
          <a:xfrm>
            <a:off x="3928625" y="2664663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3" name="Google Shape;1073;p47"/>
          <p:cNvSpPr/>
          <p:nvPr/>
        </p:nvSpPr>
        <p:spPr>
          <a:xfrm>
            <a:off x="3928625" y="1748800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4" name="Google Shape;1074;p47"/>
          <p:cNvSpPr/>
          <p:nvPr/>
        </p:nvSpPr>
        <p:spPr>
          <a:xfrm>
            <a:off x="3928625" y="3580525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75" name="Google Shape;107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3750" y="1775025"/>
            <a:ext cx="198350" cy="1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600" y="3614593"/>
            <a:ext cx="182650" cy="1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3749" y="2690899"/>
            <a:ext cx="198350" cy="19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47"/>
          <p:cNvSpPr txBox="1"/>
          <p:nvPr>
            <p:ph idx="1" type="body"/>
          </p:nvPr>
        </p:nvSpPr>
        <p:spPr>
          <a:xfrm>
            <a:off x="4316900" y="1999600"/>
            <a:ext cx="43608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79" name="Google Shape;1079;p47"/>
          <p:cNvSpPr txBox="1"/>
          <p:nvPr>
            <p:ph idx="3" type="body"/>
          </p:nvPr>
        </p:nvSpPr>
        <p:spPr>
          <a:xfrm>
            <a:off x="4316900" y="2957975"/>
            <a:ext cx="43608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80" name="Google Shape;1080;p47"/>
          <p:cNvSpPr txBox="1"/>
          <p:nvPr>
            <p:ph idx="4" type="body"/>
          </p:nvPr>
        </p:nvSpPr>
        <p:spPr>
          <a:xfrm>
            <a:off x="4316900" y="3862726"/>
            <a:ext cx="43608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81" name="Google Shape;1081;p47"/>
          <p:cNvSpPr txBox="1"/>
          <p:nvPr/>
        </p:nvSpPr>
        <p:spPr>
          <a:xfrm>
            <a:off x="4316900" y="1748800"/>
            <a:ext cx="4360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Email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82" name="Google Shape;1082;p47"/>
          <p:cNvSpPr txBox="1"/>
          <p:nvPr/>
        </p:nvSpPr>
        <p:spPr>
          <a:xfrm>
            <a:off x="4316900" y="2664675"/>
            <a:ext cx="4360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Contact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83" name="Google Shape;1083;p47"/>
          <p:cNvSpPr txBox="1"/>
          <p:nvPr/>
        </p:nvSpPr>
        <p:spPr>
          <a:xfrm>
            <a:off x="4316900" y="3580550"/>
            <a:ext cx="4360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Website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3">
  <p:cSld name="CUSTOM_8_2">
    <p:bg>
      <p:bgPr>
        <a:solidFill>
          <a:schemeClr val="accent1"/>
        </a:solidFill>
      </p:bgPr>
    </p:bg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8"/>
          <p:cNvSpPr txBox="1"/>
          <p:nvPr>
            <p:ph type="title"/>
          </p:nvPr>
        </p:nvSpPr>
        <p:spPr>
          <a:xfrm>
            <a:off x="3928625" y="822800"/>
            <a:ext cx="4903500" cy="45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1086" name="Google Shape;1086;p48"/>
          <p:cNvSpPr/>
          <p:nvPr>
            <p:ph idx="2" type="pic"/>
          </p:nvPr>
        </p:nvSpPr>
        <p:spPr>
          <a:xfrm>
            <a:off x="-8250" y="0"/>
            <a:ext cx="3030300" cy="51435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087" name="Google Shape;1087;p48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88" name="Google Shape;1088;p48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089" name="Google Shape;1089;p4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0" name="Google Shape;1090;p4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1" name="Google Shape;1091;p4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2" name="Google Shape;1092;p4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93" name="Google Shape;1093;p48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094" name="Google Shape;1094;p4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5" name="Google Shape;1095;p4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6" name="Google Shape;1096;p4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7" name="Google Shape;1097;p4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98" name="Google Shape;1098;p48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9" name="Google Shape;1099;p48"/>
          <p:cNvSpPr/>
          <p:nvPr/>
        </p:nvSpPr>
        <p:spPr>
          <a:xfrm>
            <a:off x="3931600" y="1928125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0" name="Google Shape;1100;p48"/>
          <p:cNvSpPr/>
          <p:nvPr/>
        </p:nvSpPr>
        <p:spPr>
          <a:xfrm>
            <a:off x="6114375" y="1928125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1" name="Google Shape;1101;p48"/>
          <p:cNvSpPr/>
          <p:nvPr/>
        </p:nvSpPr>
        <p:spPr>
          <a:xfrm>
            <a:off x="3931600" y="3381675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2" name="Google Shape;1102;p48"/>
          <p:cNvSpPr/>
          <p:nvPr/>
        </p:nvSpPr>
        <p:spPr>
          <a:xfrm>
            <a:off x="6114375" y="3381675"/>
            <a:ext cx="288600" cy="250800"/>
          </a:xfrm>
          <a:prstGeom prst="snip2DiagRect">
            <a:avLst>
              <a:gd fmla="val 0" name="adj1"/>
              <a:gd fmla="val 26186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03" name="Google Shape;110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6725" y="3407900"/>
            <a:ext cx="198350" cy="1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7350" y="3415743"/>
            <a:ext cx="182650" cy="1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5347" y="1962963"/>
            <a:ext cx="181100" cy="18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9499" y="1954362"/>
            <a:ext cx="198350" cy="19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48"/>
          <p:cNvSpPr txBox="1"/>
          <p:nvPr>
            <p:ph idx="1" type="body"/>
          </p:nvPr>
        </p:nvSpPr>
        <p:spPr>
          <a:xfrm>
            <a:off x="4319875" y="2218350"/>
            <a:ext cx="1609500" cy="3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08" name="Google Shape;1108;p48"/>
          <p:cNvSpPr txBox="1"/>
          <p:nvPr>
            <p:ph idx="3" type="body"/>
          </p:nvPr>
        </p:nvSpPr>
        <p:spPr>
          <a:xfrm>
            <a:off x="6502650" y="2218350"/>
            <a:ext cx="1609500" cy="3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09" name="Google Shape;1109;p48"/>
          <p:cNvSpPr txBox="1"/>
          <p:nvPr>
            <p:ph idx="4" type="body"/>
          </p:nvPr>
        </p:nvSpPr>
        <p:spPr>
          <a:xfrm>
            <a:off x="4319875" y="3700900"/>
            <a:ext cx="1609500" cy="3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10" name="Google Shape;1110;p48"/>
          <p:cNvSpPr txBox="1"/>
          <p:nvPr>
            <p:ph idx="5" type="body"/>
          </p:nvPr>
        </p:nvSpPr>
        <p:spPr>
          <a:xfrm>
            <a:off x="6502650" y="3700900"/>
            <a:ext cx="1609500" cy="3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11" name="Google Shape;1111;p48"/>
          <p:cNvSpPr txBox="1"/>
          <p:nvPr/>
        </p:nvSpPr>
        <p:spPr>
          <a:xfrm>
            <a:off x="4319875" y="192812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Address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112" name="Google Shape;1112;p48"/>
          <p:cNvSpPr txBox="1"/>
          <p:nvPr/>
        </p:nvSpPr>
        <p:spPr>
          <a:xfrm>
            <a:off x="6502650" y="192812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Contact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113" name="Google Shape;1113;p48"/>
          <p:cNvSpPr txBox="1"/>
          <p:nvPr/>
        </p:nvSpPr>
        <p:spPr>
          <a:xfrm>
            <a:off x="4319875" y="338167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Email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114" name="Google Shape;1114;p48"/>
          <p:cNvSpPr txBox="1"/>
          <p:nvPr/>
        </p:nvSpPr>
        <p:spPr>
          <a:xfrm>
            <a:off x="6502650" y="338167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Website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4 v1">
  <p:cSld name="CUSTOM_29_2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49"/>
          <p:cNvSpPr txBox="1"/>
          <p:nvPr>
            <p:ph type="title"/>
          </p:nvPr>
        </p:nvSpPr>
        <p:spPr>
          <a:xfrm>
            <a:off x="379400" y="559050"/>
            <a:ext cx="8198400" cy="8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17" name="Google Shape;1117;p49"/>
          <p:cNvSpPr/>
          <p:nvPr/>
        </p:nvSpPr>
        <p:spPr>
          <a:xfrm>
            <a:off x="379400" y="2520575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18" name="Google Shape;1118;p49"/>
          <p:cNvSpPr/>
          <p:nvPr/>
        </p:nvSpPr>
        <p:spPr>
          <a:xfrm>
            <a:off x="4581475" y="2520575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19" name="Google Shape;1119;p49"/>
          <p:cNvSpPr/>
          <p:nvPr/>
        </p:nvSpPr>
        <p:spPr>
          <a:xfrm>
            <a:off x="379400" y="3705550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20" name="Google Shape;1120;p49"/>
          <p:cNvSpPr/>
          <p:nvPr/>
        </p:nvSpPr>
        <p:spPr>
          <a:xfrm>
            <a:off x="4581475" y="3705550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21" name="Google Shape;1121;p49"/>
          <p:cNvSpPr txBox="1"/>
          <p:nvPr>
            <p:ph idx="1" type="body"/>
          </p:nvPr>
        </p:nvSpPr>
        <p:spPr>
          <a:xfrm>
            <a:off x="1321375" y="26201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122" name="Google Shape;1122;p49"/>
          <p:cNvSpPr txBox="1"/>
          <p:nvPr>
            <p:ph idx="2" type="body"/>
          </p:nvPr>
        </p:nvSpPr>
        <p:spPr>
          <a:xfrm>
            <a:off x="5523450" y="26201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123" name="Google Shape;1123;p49"/>
          <p:cNvSpPr txBox="1"/>
          <p:nvPr>
            <p:ph idx="3" type="body"/>
          </p:nvPr>
        </p:nvSpPr>
        <p:spPr>
          <a:xfrm>
            <a:off x="1321375" y="38185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124" name="Google Shape;1124;p49"/>
          <p:cNvSpPr txBox="1"/>
          <p:nvPr>
            <p:ph idx="4" type="body"/>
          </p:nvPr>
        </p:nvSpPr>
        <p:spPr>
          <a:xfrm>
            <a:off x="5523450" y="38185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125" name="Google Shape;1125;p49"/>
          <p:cNvSpPr txBox="1"/>
          <p:nvPr>
            <p:ph idx="5" type="subTitle"/>
          </p:nvPr>
        </p:nvSpPr>
        <p:spPr>
          <a:xfrm>
            <a:off x="542300" y="26695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6" name="Google Shape;1126;p49"/>
          <p:cNvSpPr txBox="1"/>
          <p:nvPr>
            <p:ph idx="6" type="subTitle"/>
          </p:nvPr>
        </p:nvSpPr>
        <p:spPr>
          <a:xfrm>
            <a:off x="4744375" y="26695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7" name="Google Shape;1127;p49"/>
          <p:cNvSpPr txBox="1"/>
          <p:nvPr>
            <p:ph idx="7" type="subTitle"/>
          </p:nvPr>
        </p:nvSpPr>
        <p:spPr>
          <a:xfrm>
            <a:off x="542300" y="38679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8" name="Google Shape;1128;p49"/>
          <p:cNvSpPr txBox="1"/>
          <p:nvPr>
            <p:ph idx="8" type="subTitle"/>
          </p:nvPr>
        </p:nvSpPr>
        <p:spPr>
          <a:xfrm>
            <a:off x="4744375" y="38679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9" name="Google Shape;1129;p49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30" name="Google Shape;1130;p49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131" name="Google Shape;1131;p4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3" name="Google Shape;1133;p4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4" name="Google Shape;1134;p4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35" name="Google Shape;1135;p49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136" name="Google Shape;1136;p4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8" name="Google Shape;1138;p4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9" name="Google Shape;1139;p4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40" name="Google Shape;1140;p49"/>
          <p:cNvSpPr/>
          <p:nvPr/>
        </p:nvSpPr>
        <p:spPr>
          <a:xfrm>
            <a:off x="-772574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1" name="Google Shape;1141;p49"/>
          <p:cNvSpPr/>
          <p:nvPr/>
        </p:nvSpPr>
        <p:spPr>
          <a:xfrm rot="10800000">
            <a:off x="7786750" y="-3673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42" name="Google Shape;1142;p49"/>
          <p:cNvGrpSpPr/>
          <p:nvPr/>
        </p:nvGrpSpPr>
        <p:grpSpPr>
          <a:xfrm>
            <a:off x="8290138" y="102713"/>
            <a:ext cx="392675" cy="392675"/>
            <a:chOff x="458050" y="265600"/>
            <a:chExt cx="392675" cy="392675"/>
          </a:xfrm>
        </p:grpSpPr>
        <p:sp>
          <p:nvSpPr>
            <p:cNvPr id="1143" name="Google Shape;1143;p4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4" name="Google Shape;1144;p4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5" name="Google Shape;1145;p4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6" name="Google Shape;1146;p4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47" name="Google Shape;1147;p49"/>
          <p:cNvGrpSpPr/>
          <p:nvPr/>
        </p:nvGrpSpPr>
        <p:grpSpPr>
          <a:xfrm>
            <a:off x="8830038" y="102700"/>
            <a:ext cx="392675" cy="392675"/>
            <a:chOff x="458050" y="265600"/>
            <a:chExt cx="392675" cy="392675"/>
          </a:xfrm>
        </p:grpSpPr>
        <p:sp>
          <p:nvSpPr>
            <p:cNvPr id="1148" name="Google Shape;1148;p4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50" name="Google Shape;1150;p4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51" name="Google Shape;1151;p4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52" name="Google Shape;1152;p49"/>
          <p:cNvSpPr/>
          <p:nvPr/>
        </p:nvSpPr>
        <p:spPr>
          <a:xfrm>
            <a:off x="-620174" y="47833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763">
          <p15:clr>
            <a:srgbClr val="E46962"/>
          </p15:clr>
        </p15:guide>
        <p15:guide id="2" orient="horz" pos="1017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4 v2">
  <p:cSld name="CUSTOM_29_1"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50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55" name="Google Shape;1155;p50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156" name="Google Shape;1156;p5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157" name="Google Shape;1157;p5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58" name="Google Shape;1158;p5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59" name="Google Shape;1159;p5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60" name="Google Shape;1160;p5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161" name="Google Shape;1161;p5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162" name="Google Shape;1162;p5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63" name="Google Shape;1163;p5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64" name="Google Shape;1164;p5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65" name="Google Shape;1165;p5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166" name="Google Shape;1166;p50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67" name="Google Shape;1167;p50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168" name="Google Shape;1168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69" name="Google Shape;1169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0" name="Google Shape;1170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1" name="Google Shape;1171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72" name="Google Shape;1172;p50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173" name="Google Shape;1173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4" name="Google Shape;1174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5" name="Google Shape;1175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6" name="Google Shape;1176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77" name="Google Shape;1177;p50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178" name="Google Shape;1178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9" name="Google Shape;1179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0" name="Google Shape;1180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1" name="Google Shape;1181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82" name="Google Shape;1182;p50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183" name="Google Shape;1183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4" name="Google Shape;1184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5" name="Google Shape;1185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6" name="Google Shape;1186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87" name="Google Shape;1187;p50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188" name="Google Shape;1188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9" name="Google Shape;1189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0" name="Google Shape;1190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1" name="Google Shape;1191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92" name="Google Shape;1192;p50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193" name="Google Shape;1193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4" name="Google Shape;1194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5" name="Google Shape;1195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6" name="Google Shape;1196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97" name="Google Shape;1197;p50"/>
          <p:cNvSpPr txBox="1"/>
          <p:nvPr>
            <p:ph type="title"/>
          </p:nvPr>
        </p:nvSpPr>
        <p:spPr>
          <a:xfrm>
            <a:off x="566250" y="2285400"/>
            <a:ext cx="3183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98" name="Google Shape;1198;p50"/>
          <p:cNvSpPr/>
          <p:nvPr/>
        </p:nvSpPr>
        <p:spPr>
          <a:xfrm>
            <a:off x="5224525" y="6993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99" name="Google Shape;1199;p50"/>
          <p:cNvSpPr/>
          <p:nvPr/>
        </p:nvSpPr>
        <p:spPr>
          <a:xfrm>
            <a:off x="5224525" y="17041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00" name="Google Shape;1200;p50"/>
          <p:cNvSpPr/>
          <p:nvPr/>
        </p:nvSpPr>
        <p:spPr>
          <a:xfrm>
            <a:off x="5224525" y="27088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01" name="Google Shape;1201;p50"/>
          <p:cNvSpPr/>
          <p:nvPr/>
        </p:nvSpPr>
        <p:spPr>
          <a:xfrm>
            <a:off x="5224525" y="37136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02" name="Google Shape;1202;p50"/>
          <p:cNvSpPr txBox="1"/>
          <p:nvPr>
            <p:ph idx="1" type="body"/>
          </p:nvPr>
        </p:nvSpPr>
        <p:spPr>
          <a:xfrm>
            <a:off x="5862914" y="8252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3" name="Google Shape;1203;p50"/>
          <p:cNvSpPr txBox="1"/>
          <p:nvPr>
            <p:ph idx="2" type="body"/>
          </p:nvPr>
        </p:nvSpPr>
        <p:spPr>
          <a:xfrm>
            <a:off x="5860050" y="18274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4" name="Google Shape;1204;p50"/>
          <p:cNvSpPr txBox="1"/>
          <p:nvPr>
            <p:ph idx="3" type="body"/>
          </p:nvPr>
        </p:nvSpPr>
        <p:spPr>
          <a:xfrm>
            <a:off x="5860050" y="284513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5" name="Google Shape;1205;p50"/>
          <p:cNvSpPr txBox="1"/>
          <p:nvPr>
            <p:ph idx="4" type="body"/>
          </p:nvPr>
        </p:nvSpPr>
        <p:spPr>
          <a:xfrm>
            <a:off x="5860050" y="38369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6" name="Google Shape;1206;p50"/>
          <p:cNvSpPr txBox="1"/>
          <p:nvPr>
            <p:ph idx="5" type="subTitle"/>
          </p:nvPr>
        </p:nvSpPr>
        <p:spPr>
          <a:xfrm>
            <a:off x="5357325" y="8514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7" name="Google Shape;1207;p50"/>
          <p:cNvSpPr txBox="1"/>
          <p:nvPr>
            <p:ph idx="6" type="subTitle"/>
          </p:nvPr>
        </p:nvSpPr>
        <p:spPr>
          <a:xfrm>
            <a:off x="5357325" y="1848275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8" name="Google Shape;1208;p50"/>
          <p:cNvSpPr txBox="1"/>
          <p:nvPr>
            <p:ph idx="7" type="subTitle"/>
          </p:nvPr>
        </p:nvSpPr>
        <p:spPr>
          <a:xfrm>
            <a:off x="5357325" y="28660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9" name="Google Shape;1209;p50"/>
          <p:cNvSpPr txBox="1"/>
          <p:nvPr>
            <p:ph idx="8" type="subTitle"/>
          </p:nvPr>
        </p:nvSpPr>
        <p:spPr>
          <a:xfrm>
            <a:off x="5404650" y="386726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3 v1">
  <p:cSld name="CUSTOM_30"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51"/>
          <p:cNvSpPr txBox="1"/>
          <p:nvPr>
            <p:ph type="title"/>
          </p:nvPr>
        </p:nvSpPr>
        <p:spPr>
          <a:xfrm>
            <a:off x="379400" y="445025"/>
            <a:ext cx="83721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12" name="Google Shape;1212;p51"/>
          <p:cNvSpPr/>
          <p:nvPr/>
        </p:nvSpPr>
        <p:spPr>
          <a:xfrm>
            <a:off x="3794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13" name="Google Shape;1213;p51"/>
          <p:cNvSpPr txBox="1"/>
          <p:nvPr>
            <p:ph idx="1" type="body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214" name="Google Shape;1214;p51"/>
          <p:cNvSpPr txBox="1"/>
          <p:nvPr>
            <p:ph idx="2" type="body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215" name="Google Shape;1215;p51"/>
          <p:cNvSpPr txBox="1"/>
          <p:nvPr>
            <p:ph idx="3" type="body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216" name="Google Shape;1216;p51"/>
          <p:cNvSpPr/>
          <p:nvPr/>
        </p:nvSpPr>
        <p:spPr>
          <a:xfrm>
            <a:off x="32535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17" name="Google Shape;1217;p51"/>
          <p:cNvSpPr/>
          <p:nvPr/>
        </p:nvSpPr>
        <p:spPr>
          <a:xfrm>
            <a:off x="61334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18" name="Google Shape;1218;p51"/>
          <p:cNvSpPr txBox="1"/>
          <p:nvPr>
            <p:ph idx="4" type="subTitle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9" name="Google Shape;1219;p51"/>
          <p:cNvSpPr txBox="1"/>
          <p:nvPr>
            <p:ph idx="5" type="subTitle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0" name="Google Shape;1220;p51"/>
          <p:cNvSpPr txBox="1"/>
          <p:nvPr>
            <p:ph idx="6" type="subTitle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1" name="Google Shape;1221;p51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22" name="Google Shape;1222;p51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223" name="Google Shape;1223;p5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4" name="Google Shape;1224;p5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5" name="Google Shape;1225;p5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6" name="Google Shape;1226;p5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27" name="Google Shape;1227;p51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228" name="Google Shape;1228;p5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9" name="Google Shape;1229;p5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30" name="Google Shape;1230;p5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31" name="Google Shape;1231;p5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32" name="Google Shape;1232;p51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3 v2">
  <p:cSld name="CUSTOM_31"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52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35" name="Google Shape;1235;p52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236" name="Google Shape;1236;p52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237" name="Google Shape;1237;p5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38" name="Google Shape;1238;p5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39" name="Google Shape;1239;p5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40" name="Google Shape;1240;p5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241" name="Google Shape;1241;p52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242" name="Google Shape;1242;p5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43" name="Google Shape;1243;p5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44" name="Google Shape;1244;p5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45" name="Google Shape;1245;p5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246" name="Google Shape;1246;p52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47" name="Google Shape;1247;p52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248" name="Google Shape;1248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49" name="Google Shape;1249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0" name="Google Shape;1250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1" name="Google Shape;1251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52" name="Google Shape;1252;p52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253" name="Google Shape;1253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4" name="Google Shape;1254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5" name="Google Shape;1255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6" name="Google Shape;1256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57" name="Google Shape;1257;p52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258" name="Google Shape;1258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9" name="Google Shape;1259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0" name="Google Shape;1260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1" name="Google Shape;1261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62" name="Google Shape;1262;p52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263" name="Google Shape;1263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4" name="Google Shape;1264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5" name="Google Shape;1265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6" name="Google Shape;1266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67" name="Google Shape;1267;p52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268" name="Google Shape;1268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9" name="Google Shape;1269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0" name="Google Shape;1270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1" name="Google Shape;1271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72" name="Google Shape;1272;p52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273" name="Google Shape;1273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4" name="Google Shape;1274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5" name="Google Shape;1275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6" name="Google Shape;1276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77" name="Google Shape;1277;p52"/>
          <p:cNvSpPr txBox="1"/>
          <p:nvPr>
            <p:ph type="title"/>
          </p:nvPr>
        </p:nvSpPr>
        <p:spPr>
          <a:xfrm>
            <a:off x="566250" y="2285400"/>
            <a:ext cx="29148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78" name="Google Shape;1278;p52"/>
          <p:cNvSpPr/>
          <p:nvPr/>
        </p:nvSpPr>
        <p:spPr>
          <a:xfrm>
            <a:off x="5224525" y="8223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79" name="Google Shape;1279;p52"/>
          <p:cNvSpPr/>
          <p:nvPr/>
        </p:nvSpPr>
        <p:spPr>
          <a:xfrm>
            <a:off x="5224525" y="2206500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80" name="Google Shape;1280;p52"/>
          <p:cNvSpPr/>
          <p:nvPr/>
        </p:nvSpPr>
        <p:spPr>
          <a:xfrm>
            <a:off x="5224525" y="35906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81" name="Google Shape;1281;p52"/>
          <p:cNvSpPr txBox="1"/>
          <p:nvPr>
            <p:ph idx="1" type="body"/>
          </p:nvPr>
        </p:nvSpPr>
        <p:spPr>
          <a:xfrm>
            <a:off x="5862914" y="94817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2" name="Google Shape;1282;p52"/>
          <p:cNvSpPr txBox="1"/>
          <p:nvPr>
            <p:ph idx="2" type="body"/>
          </p:nvPr>
        </p:nvSpPr>
        <p:spPr>
          <a:xfrm>
            <a:off x="5860050" y="2329800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3" name="Google Shape;1283;p52"/>
          <p:cNvSpPr txBox="1"/>
          <p:nvPr>
            <p:ph idx="3" type="body"/>
          </p:nvPr>
        </p:nvSpPr>
        <p:spPr>
          <a:xfrm>
            <a:off x="5860050" y="372693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4" name="Google Shape;1284;p52"/>
          <p:cNvSpPr txBox="1"/>
          <p:nvPr>
            <p:ph idx="4" type="subTitle"/>
          </p:nvPr>
        </p:nvSpPr>
        <p:spPr>
          <a:xfrm>
            <a:off x="5357325" y="97435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5" name="Google Shape;1285;p52"/>
          <p:cNvSpPr txBox="1"/>
          <p:nvPr>
            <p:ph idx="5" type="subTitle"/>
          </p:nvPr>
        </p:nvSpPr>
        <p:spPr>
          <a:xfrm>
            <a:off x="5357325" y="235065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6" name="Google Shape;1286;p52"/>
          <p:cNvSpPr txBox="1"/>
          <p:nvPr>
            <p:ph idx="6" type="subTitle"/>
          </p:nvPr>
        </p:nvSpPr>
        <p:spPr>
          <a:xfrm>
            <a:off x="5357325" y="37478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2 v1">
  <p:cSld name="CUSTOM_32"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5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89" name="Google Shape;1289;p53"/>
          <p:cNvSpPr/>
          <p:nvPr/>
        </p:nvSpPr>
        <p:spPr>
          <a:xfrm>
            <a:off x="513900" y="2454550"/>
            <a:ext cx="816000" cy="723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90" name="Google Shape;1290;p53"/>
          <p:cNvSpPr txBox="1"/>
          <p:nvPr>
            <p:ph idx="1" type="body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291" name="Google Shape;1291;p53"/>
          <p:cNvSpPr txBox="1"/>
          <p:nvPr>
            <p:ph idx="2" type="body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292" name="Google Shape;1292;p53"/>
          <p:cNvSpPr/>
          <p:nvPr/>
        </p:nvSpPr>
        <p:spPr>
          <a:xfrm>
            <a:off x="4924925" y="2459596"/>
            <a:ext cx="816000" cy="731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93" name="Google Shape;1293;p53"/>
          <p:cNvSpPr txBox="1"/>
          <p:nvPr>
            <p:ph idx="3" type="subTitle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4" name="Google Shape;1294;p53"/>
          <p:cNvSpPr txBox="1"/>
          <p:nvPr>
            <p:ph idx="4" type="subTitle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5" name="Google Shape;1295;p53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96" name="Google Shape;1296;p53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297" name="Google Shape;1297;p5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8" name="Google Shape;1298;p5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9" name="Google Shape;1299;p5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0" name="Google Shape;1300;p5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01" name="Google Shape;1301;p53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302" name="Google Shape;1302;p5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3" name="Google Shape;1303;p5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4" name="Google Shape;1304;p5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5" name="Google Shape;1305;p5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06" name="Google Shape;1306;p53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2 v2">
  <p:cSld name="CUSTOM_33"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54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09" name="Google Shape;1309;p54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310" name="Google Shape;1310;p5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311" name="Google Shape;1311;p5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2" name="Google Shape;1312;p5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3" name="Google Shape;1313;p5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4" name="Google Shape;1314;p5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315" name="Google Shape;1315;p5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316" name="Google Shape;1316;p5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7" name="Google Shape;1317;p5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8" name="Google Shape;1318;p5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9" name="Google Shape;1319;p5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320" name="Google Shape;1320;p54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21" name="Google Shape;1321;p54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322" name="Google Shape;1322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3" name="Google Shape;1323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4" name="Google Shape;1324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5" name="Google Shape;1325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26" name="Google Shape;1326;p54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327" name="Google Shape;1327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8" name="Google Shape;1328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9" name="Google Shape;1329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0" name="Google Shape;1330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31" name="Google Shape;1331;p54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332" name="Google Shape;1332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3" name="Google Shape;1333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4" name="Google Shape;1334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5" name="Google Shape;1335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36" name="Google Shape;1336;p54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337" name="Google Shape;1337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8" name="Google Shape;1338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9" name="Google Shape;1339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0" name="Google Shape;1340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41" name="Google Shape;1341;p54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342" name="Google Shape;1342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3" name="Google Shape;1343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4" name="Google Shape;1344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5" name="Google Shape;1345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46" name="Google Shape;1346;p54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347" name="Google Shape;1347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8" name="Google Shape;1348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9" name="Google Shape;1349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50" name="Google Shape;1350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51" name="Google Shape;1351;p54"/>
          <p:cNvSpPr txBox="1"/>
          <p:nvPr>
            <p:ph type="title"/>
          </p:nvPr>
        </p:nvSpPr>
        <p:spPr>
          <a:xfrm>
            <a:off x="566250" y="2285400"/>
            <a:ext cx="29148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2" name="Google Shape;1352;p54"/>
          <p:cNvSpPr/>
          <p:nvPr/>
        </p:nvSpPr>
        <p:spPr>
          <a:xfrm>
            <a:off x="5224525" y="1500838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53" name="Google Shape;1353;p54"/>
          <p:cNvSpPr/>
          <p:nvPr/>
        </p:nvSpPr>
        <p:spPr>
          <a:xfrm>
            <a:off x="5224525" y="2885013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54" name="Google Shape;1354;p54"/>
          <p:cNvSpPr txBox="1"/>
          <p:nvPr>
            <p:ph idx="1" type="body"/>
          </p:nvPr>
        </p:nvSpPr>
        <p:spPr>
          <a:xfrm>
            <a:off x="5862914" y="162668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5" name="Google Shape;1355;p54"/>
          <p:cNvSpPr txBox="1"/>
          <p:nvPr>
            <p:ph idx="2" type="body"/>
          </p:nvPr>
        </p:nvSpPr>
        <p:spPr>
          <a:xfrm>
            <a:off x="5860050" y="3008313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6" name="Google Shape;1356;p54"/>
          <p:cNvSpPr txBox="1"/>
          <p:nvPr>
            <p:ph idx="3" type="subTitle"/>
          </p:nvPr>
        </p:nvSpPr>
        <p:spPr>
          <a:xfrm>
            <a:off x="5357325" y="1652863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7" name="Google Shape;1357;p54"/>
          <p:cNvSpPr txBox="1"/>
          <p:nvPr>
            <p:ph idx="4" type="subTitle"/>
          </p:nvPr>
        </p:nvSpPr>
        <p:spPr>
          <a:xfrm>
            <a:off x="5357325" y="3029163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4 v1">
  <p:cSld name="CUSTOM_35"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5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60" name="Google Shape;1360;p55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61" name="Google Shape;1361;p55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362" name="Google Shape;1362;p5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3" name="Google Shape;1363;p5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4" name="Google Shape;1364;p5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5" name="Google Shape;1365;p5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66" name="Google Shape;1366;p55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367" name="Google Shape;1367;p5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8" name="Google Shape;1368;p5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9" name="Google Shape;1369;p5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0" name="Google Shape;1370;p5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71" name="Google Shape;1371;p55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2" name="Google Shape;1372;p55"/>
          <p:cNvSpPr/>
          <p:nvPr/>
        </p:nvSpPr>
        <p:spPr>
          <a:xfrm>
            <a:off x="379400" y="2428775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73" name="Google Shape;1373;p55"/>
          <p:cNvSpPr/>
          <p:nvPr/>
        </p:nvSpPr>
        <p:spPr>
          <a:xfrm>
            <a:off x="4581475" y="2428775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74" name="Google Shape;1374;p55"/>
          <p:cNvSpPr/>
          <p:nvPr/>
        </p:nvSpPr>
        <p:spPr>
          <a:xfrm>
            <a:off x="379400" y="3613750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75" name="Google Shape;1375;p55"/>
          <p:cNvSpPr/>
          <p:nvPr/>
        </p:nvSpPr>
        <p:spPr>
          <a:xfrm>
            <a:off x="4581475" y="3613750"/>
            <a:ext cx="8154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76" name="Google Shape;1376;p55"/>
          <p:cNvSpPr txBox="1"/>
          <p:nvPr>
            <p:ph idx="1" type="body"/>
          </p:nvPr>
        </p:nvSpPr>
        <p:spPr>
          <a:xfrm>
            <a:off x="1321375" y="25283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77" name="Google Shape;1377;p55"/>
          <p:cNvSpPr txBox="1"/>
          <p:nvPr>
            <p:ph idx="2" type="body"/>
          </p:nvPr>
        </p:nvSpPr>
        <p:spPr>
          <a:xfrm>
            <a:off x="5523450" y="25283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78" name="Google Shape;1378;p55"/>
          <p:cNvSpPr txBox="1"/>
          <p:nvPr>
            <p:ph idx="3" type="body"/>
          </p:nvPr>
        </p:nvSpPr>
        <p:spPr>
          <a:xfrm>
            <a:off x="1321375" y="37267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79" name="Google Shape;1379;p55"/>
          <p:cNvSpPr txBox="1"/>
          <p:nvPr>
            <p:ph idx="4" type="body"/>
          </p:nvPr>
        </p:nvSpPr>
        <p:spPr>
          <a:xfrm>
            <a:off x="5523450" y="3726763"/>
            <a:ext cx="30543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80" name="Google Shape;1380;p55"/>
          <p:cNvSpPr txBox="1"/>
          <p:nvPr>
            <p:ph idx="5" type="subTitle"/>
          </p:nvPr>
        </p:nvSpPr>
        <p:spPr>
          <a:xfrm>
            <a:off x="542300" y="25777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1" name="Google Shape;1381;p55"/>
          <p:cNvSpPr txBox="1"/>
          <p:nvPr>
            <p:ph idx="6" type="subTitle"/>
          </p:nvPr>
        </p:nvSpPr>
        <p:spPr>
          <a:xfrm>
            <a:off x="4744375" y="25777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2" name="Google Shape;1382;p55"/>
          <p:cNvSpPr txBox="1"/>
          <p:nvPr>
            <p:ph idx="7" type="subTitle"/>
          </p:nvPr>
        </p:nvSpPr>
        <p:spPr>
          <a:xfrm>
            <a:off x="542300" y="37761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3" name="Google Shape;1383;p55"/>
          <p:cNvSpPr txBox="1"/>
          <p:nvPr>
            <p:ph idx="8" type="subTitle"/>
          </p:nvPr>
        </p:nvSpPr>
        <p:spPr>
          <a:xfrm>
            <a:off x="4744375" y="3776125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4 v2">
  <p:cSld name="CUSTOM_36"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56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86" name="Google Shape;1386;p56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387" name="Google Shape;1387;p56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388" name="Google Shape;1388;p5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89" name="Google Shape;1389;p5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90" name="Google Shape;1390;p5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91" name="Google Shape;1391;p5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392" name="Google Shape;1392;p56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393" name="Google Shape;1393;p5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94" name="Google Shape;1394;p5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95" name="Google Shape;1395;p5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96" name="Google Shape;1396;p5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397" name="Google Shape;1397;p56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98" name="Google Shape;1398;p56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399" name="Google Shape;1399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0" name="Google Shape;1400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1" name="Google Shape;1401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2" name="Google Shape;1402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03" name="Google Shape;1403;p56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404" name="Google Shape;1404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5" name="Google Shape;1405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6" name="Google Shape;1406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7" name="Google Shape;1407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08" name="Google Shape;1408;p56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409" name="Google Shape;1409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0" name="Google Shape;1410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1" name="Google Shape;1411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2" name="Google Shape;1412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13" name="Google Shape;1413;p56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414" name="Google Shape;1414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5" name="Google Shape;1415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6" name="Google Shape;1416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7" name="Google Shape;1417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18" name="Google Shape;1418;p56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419" name="Google Shape;1419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0" name="Google Shape;1420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1" name="Google Shape;1421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2" name="Google Shape;1422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23" name="Google Shape;1423;p56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424" name="Google Shape;1424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5" name="Google Shape;1425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6" name="Google Shape;1426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7" name="Google Shape;1427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28" name="Google Shape;1428;p56"/>
          <p:cNvSpPr txBox="1"/>
          <p:nvPr>
            <p:ph type="title"/>
          </p:nvPr>
        </p:nvSpPr>
        <p:spPr>
          <a:xfrm>
            <a:off x="566250" y="2285400"/>
            <a:ext cx="2975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29" name="Google Shape;1429;p56"/>
          <p:cNvSpPr/>
          <p:nvPr/>
        </p:nvSpPr>
        <p:spPr>
          <a:xfrm>
            <a:off x="5224525" y="6993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0" name="Google Shape;1430;p56"/>
          <p:cNvSpPr/>
          <p:nvPr/>
        </p:nvSpPr>
        <p:spPr>
          <a:xfrm>
            <a:off x="5224525" y="17041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1" name="Google Shape;1431;p56"/>
          <p:cNvSpPr/>
          <p:nvPr/>
        </p:nvSpPr>
        <p:spPr>
          <a:xfrm>
            <a:off x="5224525" y="27088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2" name="Google Shape;1432;p56"/>
          <p:cNvSpPr/>
          <p:nvPr/>
        </p:nvSpPr>
        <p:spPr>
          <a:xfrm>
            <a:off x="5224525" y="37136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3" name="Google Shape;1433;p56"/>
          <p:cNvSpPr txBox="1"/>
          <p:nvPr>
            <p:ph idx="1" type="body"/>
          </p:nvPr>
        </p:nvSpPr>
        <p:spPr>
          <a:xfrm>
            <a:off x="5862914" y="8252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4" name="Google Shape;1434;p56"/>
          <p:cNvSpPr txBox="1"/>
          <p:nvPr>
            <p:ph idx="2" type="body"/>
          </p:nvPr>
        </p:nvSpPr>
        <p:spPr>
          <a:xfrm>
            <a:off x="5860050" y="18274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5" name="Google Shape;1435;p56"/>
          <p:cNvSpPr txBox="1"/>
          <p:nvPr>
            <p:ph idx="3" type="body"/>
          </p:nvPr>
        </p:nvSpPr>
        <p:spPr>
          <a:xfrm>
            <a:off x="5860050" y="284513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6" name="Google Shape;1436;p56"/>
          <p:cNvSpPr txBox="1"/>
          <p:nvPr>
            <p:ph idx="4" type="body"/>
          </p:nvPr>
        </p:nvSpPr>
        <p:spPr>
          <a:xfrm>
            <a:off x="5860050" y="383692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7" name="Google Shape;1437;p56"/>
          <p:cNvSpPr txBox="1"/>
          <p:nvPr>
            <p:ph idx="5" type="subTitle"/>
          </p:nvPr>
        </p:nvSpPr>
        <p:spPr>
          <a:xfrm>
            <a:off x="5357325" y="8514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8" name="Google Shape;1438;p56"/>
          <p:cNvSpPr txBox="1"/>
          <p:nvPr>
            <p:ph idx="6" type="subTitle"/>
          </p:nvPr>
        </p:nvSpPr>
        <p:spPr>
          <a:xfrm>
            <a:off x="5357325" y="1848275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9" name="Google Shape;1439;p56"/>
          <p:cNvSpPr txBox="1"/>
          <p:nvPr>
            <p:ph idx="7" type="subTitle"/>
          </p:nvPr>
        </p:nvSpPr>
        <p:spPr>
          <a:xfrm>
            <a:off x="5357325" y="28660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0" name="Google Shape;1440;p56"/>
          <p:cNvSpPr txBox="1"/>
          <p:nvPr>
            <p:ph idx="8" type="subTitle"/>
          </p:nvPr>
        </p:nvSpPr>
        <p:spPr>
          <a:xfrm>
            <a:off x="5404650" y="386726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3 v1">
  <p:cSld name="CUSTOM_37"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57"/>
          <p:cNvSpPr txBox="1"/>
          <p:nvPr>
            <p:ph type="title"/>
          </p:nvPr>
        </p:nvSpPr>
        <p:spPr>
          <a:xfrm>
            <a:off x="379400" y="445025"/>
            <a:ext cx="8268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43" name="Google Shape;1443;p57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44" name="Google Shape;1444;p57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445" name="Google Shape;1445;p5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6" name="Google Shape;1446;p5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7" name="Google Shape;1447;p5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8" name="Google Shape;1448;p5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49" name="Google Shape;1449;p57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450" name="Google Shape;1450;p5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1" name="Google Shape;1451;p5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2" name="Google Shape;1452;p5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3" name="Google Shape;1453;p5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54" name="Google Shape;1454;p57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5" name="Google Shape;1455;p57"/>
          <p:cNvSpPr/>
          <p:nvPr/>
        </p:nvSpPr>
        <p:spPr>
          <a:xfrm>
            <a:off x="3794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56" name="Google Shape;1456;p57"/>
          <p:cNvSpPr txBox="1"/>
          <p:nvPr>
            <p:ph idx="1" type="body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57" name="Google Shape;1457;p57"/>
          <p:cNvSpPr txBox="1"/>
          <p:nvPr>
            <p:ph idx="2" type="body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58" name="Google Shape;1458;p57"/>
          <p:cNvSpPr txBox="1"/>
          <p:nvPr>
            <p:ph idx="3" type="body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59" name="Google Shape;1459;p57"/>
          <p:cNvSpPr/>
          <p:nvPr/>
        </p:nvSpPr>
        <p:spPr>
          <a:xfrm>
            <a:off x="32535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60" name="Google Shape;1460;p57"/>
          <p:cNvSpPr/>
          <p:nvPr/>
        </p:nvSpPr>
        <p:spPr>
          <a:xfrm>
            <a:off x="6133400" y="2644450"/>
            <a:ext cx="6393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61" name="Google Shape;1461;p57"/>
          <p:cNvSpPr txBox="1"/>
          <p:nvPr>
            <p:ph idx="4" type="subTitle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2" name="Google Shape;1462;p57"/>
          <p:cNvSpPr txBox="1"/>
          <p:nvPr>
            <p:ph idx="5" type="subTitle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3" name="Google Shape;1463;p57"/>
          <p:cNvSpPr txBox="1"/>
          <p:nvPr>
            <p:ph idx="6" type="subTitle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3 v2">
  <p:cSld name="CUSTOM_38"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58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66" name="Google Shape;1466;p58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467" name="Google Shape;1467;p58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468" name="Google Shape;1468;p5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69" name="Google Shape;1469;p5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0" name="Google Shape;1470;p5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1" name="Google Shape;1471;p5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472" name="Google Shape;1472;p58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473" name="Google Shape;1473;p5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4" name="Google Shape;1474;p5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5" name="Google Shape;1475;p5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6" name="Google Shape;1476;p5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477" name="Google Shape;1477;p58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78" name="Google Shape;1478;p58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479" name="Google Shape;1479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0" name="Google Shape;1480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1" name="Google Shape;1481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2" name="Google Shape;1482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83" name="Google Shape;1483;p58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484" name="Google Shape;1484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5" name="Google Shape;1485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6" name="Google Shape;1486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7" name="Google Shape;1487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88" name="Google Shape;1488;p58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489" name="Google Shape;1489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0" name="Google Shape;1490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1" name="Google Shape;1491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2" name="Google Shape;1492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93" name="Google Shape;1493;p58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494" name="Google Shape;1494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5" name="Google Shape;1495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6" name="Google Shape;1496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7" name="Google Shape;1497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98" name="Google Shape;1498;p58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499" name="Google Shape;1499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0" name="Google Shape;1500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1" name="Google Shape;1501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2" name="Google Shape;1502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03" name="Google Shape;1503;p58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504" name="Google Shape;1504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5" name="Google Shape;1505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6" name="Google Shape;1506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7" name="Google Shape;1507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08" name="Google Shape;1508;p58"/>
          <p:cNvSpPr txBox="1"/>
          <p:nvPr>
            <p:ph type="title"/>
          </p:nvPr>
        </p:nvSpPr>
        <p:spPr>
          <a:xfrm>
            <a:off x="566250" y="2285400"/>
            <a:ext cx="2975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09" name="Google Shape;1509;p58"/>
          <p:cNvSpPr/>
          <p:nvPr/>
        </p:nvSpPr>
        <p:spPr>
          <a:xfrm>
            <a:off x="5224525" y="82232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10" name="Google Shape;1510;p58"/>
          <p:cNvSpPr/>
          <p:nvPr/>
        </p:nvSpPr>
        <p:spPr>
          <a:xfrm>
            <a:off x="5224525" y="2206500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11" name="Google Shape;1511;p58"/>
          <p:cNvSpPr/>
          <p:nvPr/>
        </p:nvSpPr>
        <p:spPr>
          <a:xfrm>
            <a:off x="5224525" y="3590675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12" name="Google Shape;1512;p58"/>
          <p:cNvSpPr txBox="1"/>
          <p:nvPr>
            <p:ph idx="1" type="body"/>
          </p:nvPr>
        </p:nvSpPr>
        <p:spPr>
          <a:xfrm>
            <a:off x="5862914" y="948175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3" name="Google Shape;1513;p58"/>
          <p:cNvSpPr txBox="1"/>
          <p:nvPr>
            <p:ph idx="2" type="body"/>
          </p:nvPr>
        </p:nvSpPr>
        <p:spPr>
          <a:xfrm>
            <a:off x="5860050" y="2329800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4" name="Google Shape;1514;p58"/>
          <p:cNvSpPr txBox="1"/>
          <p:nvPr>
            <p:ph idx="3" type="body"/>
          </p:nvPr>
        </p:nvSpPr>
        <p:spPr>
          <a:xfrm>
            <a:off x="5860050" y="372693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5" name="Google Shape;1515;p58"/>
          <p:cNvSpPr txBox="1"/>
          <p:nvPr>
            <p:ph idx="4" type="subTitle"/>
          </p:nvPr>
        </p:nvSpPr>
        <p:spPr>
          <a:xfrm>
            <a:off x="5357325" y="97435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6" name="Google Shape;1516;p58"/>
          <p:cNvSpPr txBox="1"/>
          <p:nvPr>
            <p:ph idx="5" type="subTitle"/>
          </p:nvPr>
        </p:nvSpPr>
        <p:spPr>
          <a:xfrm>
            <a:off x="5357325" y="235065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7" name="Google Shape;1517;p58"/>
          <p:cNvSpPr txBox="1"/>
          <p:nvPr>
            <p:ph idx="6" type="subTitle"/>
          </p:nvPr>
        </p:nvSpPr>
        <p:spPr>
          <a:xfrm>
            <a:off x="5357325" y="3747800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2 v1">
  <p:cSld name="CUSTOM_39"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59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20" name="Google Shape;1520;p59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21" name="Google Shape;1521;p59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522" name="Google Shape;1522;p5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3" name="Google Shape;1523;p5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4" name="Google Shape;1524;p5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5" name="Google Shape;1525;p5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26" name="Google Shape;1526;p59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527" name="Google Shape;1527;p5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8" name="Google Shape;1528;p5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9" name="Google Shape;1529;p5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0" name="Google Shape;1530;p5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31" name="Google Shape;1531;p59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2" name="Google Shape;1532;p59"/>
          <p:cNvSpPr/>
          <p:nvPr/>
        </p:nvSpPr>
        <p:spPr>
          <a:xfrm>
            <a:off x="513900" y="2454550"/>
            <a:ext cx="816000" cy="723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33" name="Google Shape;1533;p59"/>
          <p:cNvSpPr txBox="1"/>
          <p:nvPr>
            <p:ph idx="1" type="body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534" name="Google Shape;1534;p59"/>
          <p:cNvSpPr txBox="1"/>
          <p:nvPr>
            <p:ph idx="2" type="body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535" name="Google Shape;1535;p59"/>
          <p:cNvSpPr/>
          <p:nvPr/>
        </p:nvSpPr>
        <p:spPr>
          <a:xfrm>
            <a:off x="4924925" y="2459596"/>
            <a:ext cx="816000" cy="731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36" name="Google Shape;1536;p59"/>
          <p:cNvSpPr txBox="1"/>
          <p:nvPr>
            <p:ph idx="3" type="subTitle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7" name="Google Shape;1537;p59"/>
          <p:cNvSpPr txBox="1"/>
          <p:nvPr>
            <p:ph idx="4" type="subTitle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2 v2">
  <p:cSld name="CUSTOM_40"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60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40" name="Google Shape;1540;p60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541" name="Google Shape;1541;p6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542" name="Google Shape;1542;p6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43" name="Google Shape;1543;p6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44" name="Google Shape;1544;p6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45" name="Google Shape;1545;p6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546" name="Google Shape;1546;p6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547" name="Google Shape;1547;p6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48" name="Google Shape;1548;p6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49" name="Google Shape;1549;p6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50" name="Google Shape;1550;p6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551" name="Google Shape;1551;p60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52" name="Google Shape;1552;p60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553" name="Google Shape;1553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4" name="Google Shape;1554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5" name="Google Shape;1555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6" name="Google Shape;1556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57" name="Google Shape;1557;p60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558" name="Google Shape;1558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9" name="Google Shape;1559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0" name="Google Shape;1560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1" name="Google Shape;1561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62" name="Google Shape;1562;p60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563" name="Google Shape;1563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4" name="Google Shape;1564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5" name="Google Shape;1565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6" name="Google Shape;1566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67" name="Google Shape;1567;p60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568" name="Google Shape;1568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9" name="Google Shape;1569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0" name="Google Shape;1570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1" name="Google Shape;1571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72" name="Google Shape;1572;p60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573" name="Google Shape;1573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4" name="Google Shape;1574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5" name="Google Shape;1575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6" name="Google Shape;1576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77" name="Google Shape;1577;p60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578" name="Google Shape;1578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9" name="Google Shape;1579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80" name="Google Shape;1580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81" name="Google Shape;1581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82" name="Google Shape;1582;p60"/>
          <p:cNvSpPr txBox="1"/>
          <p:nvPr>
            <p:ph type="title"/>
          </p:nvPr>
        </p:nvSpPr>
        <p:spPr>
          <a:xfrm>
            <a:off x="566250" y="2339775"/>
            <a:ext cx="30318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83" name="Google Shape;1583;p60"/>
          <p:cNvSpPr/>
          <p:nvPr/>
        </p:nvSpPr>
        <p:spPr>
          <a:xfrm>
            <a:off x="5224525" y="1500838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84" name="Google Shape;1584;p60"/>
          <p:cNvSpPr/>
          <p:nvPr/>
        </p:nvSpPr>
        <p:spPr>
          <a:xfrm>
            <a:off x="5224525" y="2885013"/>
            <a:ext cx="26046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85" name="Google Shape;1585;p60"/>
          <p:cNvSpPr txBox="1"/>
          <p:nvPr>
            <p:ph idx="1" type="body"/>
          </p:nvPr>
        </p:nvSpPr>
        <p:spPr>
          <a:xfrm>
            <a:off x="5862914" y="1626688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6" name="Google Shape;1586;p60"/>
          <p:cNvSpPr txBox="1"/>
          <p:nvPr>
            <p:ph idx="2" type="body"/>
          </p:nvPr>
        </p:nvSpPr>
        <p:spPr>
          <a:xfrm>
            <a:off x="5860050" y="3008313"/>
            <a:ext cx="1830000" cy="48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7" name="Google Shape;1587;p60"/>
          <p:cNvSpPr txBox="1"/>
          <p:nvPr>
            <p:ph idx="3" type="subTitle"/>
          </p:nvPr>
        </p:nvSpPr>
        <p:spPr>
          <a:xfrm>
            <a:off x="5357325" y="1652863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8" name="Google Shape;1588;p60"/>
          <p:cNvSpPr txBox="1"/>
          <p:nvPr>
            <p:ph idx="4" type="subTitle"/>
          </p:nvPr>
        </p:nvSpPr>
        <p:spPr>
          <a:xfrm>
            <a:off x="5357325" y="3029163"/>
            <a:ext cx="455400" cy="44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1">
  <p:cSld name="CUSTOM_34"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61"/>
          <p:cNvSpPr/>
          <p:nvPr/>
        </p:nvSpPr>
        <p:spPr>
          <a:xfrm>
            <a:off x="5912625" y="3041863"/>
            <a:ext cx="22851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91" name="Google Shape;1591;p61"/>
          <p:cNvSpPr/>
          <p:nvPr/>
        </p:nvSpPr>
        <p:spPr>
          <a:xfrm>
            <a:off x="6004575" y="3120763"/>
            <a:ext cx="5727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92" name="Google Shape;1592;p61"/>
          <p:cNvSpPr txBox="1"/>
          <p:nvPr>
            <p:ph type="title"/>
          </p:nvPr>
        </p:nvSpPr>
        <p:spPr>
          <a:xfrm>
            <a:off x="566250" y="2285400"/>
            <a:ext cx="4067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3" name="Google Shape;1593;p61"/>
          <p:cNvSpPr/>
          <p:nvPr/>
        </p:nvSpPr>
        <p:spPr>
          <a:xfrm>
            <a:off x="5912625" y="1371138"/>
            <a:ext cx="2285100" cy="7305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94" name="Google Shape;1594;p61"/>
          <p:cNvSpPr/>
          <p:nvPr/>
        </p:nvSpPr>
        <p:spPr>
          <a:xfrm>
            <a:off x="6004575" y="1452588"/>
            <a:ext cx="572700" cy="572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595" name="Google Shape;1595;p61"/>
          <p:cNvGrpSpPr/>
          <p:nvPr/>
        </p:nvGrpSpPr>
        <p:grpSpPr>
          <a:xfrm rot="-2700000">
            <a:off x="6131098" y="1596259"/>
            <a:ext cx="348897" cy="200098"/>
            <a:chOff x="3876675" y="1766250"/>
            <a:chExt cx="348900" cy="200100"/>
          </a:xfrm>
        </p:grpSpPr>
        <p:sp>
          <p:nvSpPr>
            <p:cNvPr id="1596" name="Google Shape;1596;p61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97" name="Google Shape;1597;p61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598" name="Google Shape;1598;p61"/>
          <p:cNvGrpSpPr/>
          <p:nvPr/>
        </p:nvGrpSpPr>
        <p:grpSpPr>
          <a:xfrm>
            <a:off x="6142124" y="3258302"/>
            <a:ext cx="297600" cy="297600"/>
            <a:chOff x="3902424" y="2300989"/>
            <a:chExt cx="297600" cy="297600"/>
          </a:xfrm>
        </p:grpSpPr>
        <p:sp>
          <p:nvSpPr>
            <p:cNvPr id="1599" name="Google Shape;1599;p61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600" name="Google Shape;1600;p61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601" name="Google Shape;1601;p61"/>
          <p:cNvSpPr txBox="1"/>
          <p:nvPr>
            <p:ph idx="1" type="body"/>
          </p:nvPr>
        </p:nvSpPr>
        <p:spPr>
          <a:xfrm>
            <a:off x="6661950" y="1452600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2" name="Google Shape;1602;p61"/>
          <p:cNvSpPr txBox="1"/>
          <p:nvPr>
            <p:ph idx="2" type="body"/>
          </p:nvPr>
        </p:nvSpPr>
        <p:spPr>
          <a:xfrm>
            <a:off x="6694150" y="3120750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3" name="Google Shape;1603;p61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04" name="Google Shape;1604;p61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605" name="Google Shape;1605;p6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6" name="Google Shape;1606;p6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7" name="Google Shape;1607;p6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8" name="Google Shape;1608;p6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09" name="Google Shape;1609;p61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610" name="Google Shape;1610;p6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11" name="Google Shape;1611;p6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12" name="Google Shape;1612;p6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13" name="Google Shape;1613;p6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614" name="Google Shape;1614;p61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2">
  <p:cSld name="CUSTOM_34_1">
    <p:bg>
      <p:bgPr>
        <a:solidFill>
          <a:schemeClr val="accent1"/>
        </a:solidFill>
      </p:bgPr>
    </p:bg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62"/>
          <p:cNvSpPr/>
          <p:nvPr/>
        </p:nvSpPr>
        <p:spPr>
          <a:xfrm>
            <a:off x="6292650" y="3465375"/>
            <a:ext cx="22851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17" name="Google Shape;1617;p62"/>
          <p:cNvSpPr/>
          <p:nvPr/>
        </p:nvSpPr>
        <p:spPr>
          <a:xfrm>
            <a:off x="63846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18" name="Google Shape;1618;p6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19" name="Google Shape;1619;p62"/>
          <p:cNvSpPr/>
          <p:nvPr/>
        </p:nvSpPr>
        <p:spPr>
          <a:xfrm>
            <a:off x="566250" y="3462825"/>
            <a:ext cx="2285100" cy="730500"/>
          </a:xfrm>
          <a:prstGeom prst="snip1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20" name="Google Shape;1620;p62"/>
          <p:cNvSpPr/>
          <p:nvPr/>
        </p:nvSpPr>
        <p:spPr>
          <a:xfrm>
            <a:off x="6582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621" name="Google Shape;1621;p62"/>
          <p:cNvGrpSpPr/>
          <p:nvPr/>
        </p:nvGrpSpPr>
        <p:grpSpPr>
          <a:xfrm rot="-2700000">
            <a:off x="784723" y="3687946"/>
            <a:ext cx="348897" cy="200098"/>
            <a:chOff x="3876675" y="1766250"/>
            <a:chExt cx="348900" cy="200100"/>
          </a:xfrm>
        </p:grpSpPr>
        <p:sp>
          <p:nvSpPr>
            <p:cNvPr id="1622" name="Google Shape;1622;p62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623" name="Google Shape;1623;p62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624" name="Google Shape;1624;p62"/>
          <p:cNvGrpSpPr/>
          <p:nvPr/>
        </p:nvGrpSpPr>
        <p:grpSpPr>
          <a:xfrm>
            <a:off x="6522149" y="3681814"/>
            <a:ext cx="297600" cy="297600"/>
            <a:chOff x="3902424" y="2300989"/>
            <a:chExt cx="297600" cy="297600"/>
          </a:xfrm>
        </p:grpSpPr>
        <p:sp>
          <p:nvSpPr>
            <p:cNvPr id="1625" name="Google Shape;1625;p62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626" name="Google Shape;1626;p62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627" name="Google Shape;1627;p62"/>
          <p:cNvSpPr txBox="1"/>
          <p:nvPr>
            <p:ph idx="1" type="body"/>
          </p:nvPr>
        </p:nvSpPr>
        <p:spPr>
          <a:xfrm>
            <a:off x="1331100" y="3544275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8" name="Google Shape;1628;p62"/>
          <p:cNvSpPr txBox="1"/>
          <p:nvPr>
            <p:ph idx="2" type="body"/>
          </p:nvPr>
        </p:nvSpPr>
        <p:spPr>
          <a:xfrm>
            <a:off x="7041975" y="3541725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3">
  <p:cSld name="CUSTOM_34_1_1">
    <p:bg>
      <p:bgPr>
        <a:solidFill>
          <a:schemeClr val="accent5"/>
        </a:solidFill>
      </p:bgPr>
    </p:bg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63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1" name="Google Shape;1631;p63"/>
          <p:cNvSpPr/>
          <p:nvPr/>
        </p:nvSpPr>
        <p:spPr>
          <a:xfrm>
            <a:off x="566250" y="520900"/>
            <a:ext cx="8040900" cy="36723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2" name="Google Shape;1632;p63"/>
          <p:cNvSpPr/>
          <p:nvPr/>
        </p:nvSpPr>
        <p:spPr>
          <a:xfrm>
            <a:off x="4841575" y="3838475"/>
            <a:ext cx="2285100" cy="7305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33" name="Google Shape;1633;p63"/>
          <p:cNvSpPr/>
          <p:nvPr/>
        </p:nvSpPr>
        <p:spPr>
          <a:xfrm>
            <a:off x="493352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34" name="Google Shape;1634;p63"/>
          <p:cNvSpPr txBox="1"/>
          <p:nvPr>
            <p:ph type="title"/>
          </p:nvPr>
        </p:nvSpPr>
        <p:spPr>
          <a:xfrm>
            <a:off x="918800" y="833450"/>
            <a:ext cx="7316400" cy="209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35" name="Google Shape;1635;p63"/>
          <p:cNvSpPr/>
          <p:nvPr/>
        </p:nvSpPr>
        <p:spPr>
          <a:xfrm>
            <a:off x="2017325" y="3835925"/>
            <a:ext cx="2285100" cy="730500"/>
          </a:xfrm>
          <a:prstGeom prst="snip1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36" name="Google Shape;1636;p63"/>
          <p:cNvSpPr/>
          <p:nvPr/>
        </p:nvSpPr>
        <p:spPr>
          <a:xfrm>
            <a:off x="210927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637" name="Google Shape;1637;p63"/>
          <p:cNvGrpSpPr/>
          <p:nvPr/>
        </p:nvGrpSpPr>
        <p:grpSpPr>
          <a:xfrm rot="-2700000">
            <a:off x="2235798" y="4061046"/>
            <a:ext cx="348897" cy="200098"/>
            <a:chOff x="3876675" y="1766250"/>
            <a:chExt cx="348900" cy="200100"/>
          </a:xfrm>
        </p:grpSpPr>
        <p:sp>
          <p:nvSpPr>
            <p:cNvPr id="1638" name="Google Shape;1638;p63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639" name="Google Shape;1639;p63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640" name="Google Shape;1640;p63"/>
          <p:cNvGrpSpPr/>
          <p:nvPr/>
        </p:nvGrpSpPr>
        <p:grpSpPr>
          <a:xfrm>
            <a:off x="5071074" y="4054914"/>
            <a:ext cx="297600" cy="297600"/>
            <a:chOff x="3902424" y="2300989"/>
            <a:chExt cx="297600" cy="297600"/>
          </a:xfrm>
        </p:grpSpPr>
        <p:sp>
          <p:nvSpPr>
            <p:cNvPr id="1641" name="Google Shape;1641;p63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642" name="Google Shape;1642;p63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643" name="Google Shape;1643;p63"/>
          <p:cNvSpPr txBox="1"/>
          <p:nvPr>
            <p:ph idx="1" type="body"/>
          </p:nvPr>
        </p:nvSpPr>
        <p:spPr>
          <a:xfrm>
            <a:off x="2772900" y="3917375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4" name="Google Shape;1644;p63"/>
          <p:cNvSpPr txBox="1"/>
          <p:nvPr>
            <p:ph idx="2" type="body"/>
          </p:nvPr>
        </p:nvSpPr>
        <p:spPr>
          <a:xfrm>
            <a:off x="5609675" y="3914825"/>
            <a:ext cx="13944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2">
  <p:cSld name="CUSTOM_41"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64"/>
          <p:cNvSpPr txBox="1"/>
          <p:nvPr>
            <p:ph type="title"/>
          </p:nvPr>
        </p:nvSpPr>
        <p:spPr>
          <a:xfrm>
            <a:off x="311700" y="269946"/>
            <a:ext cx="8520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47" name="Google Shape;1647;p64"/>
          <p:cNvSpPr/>
          <p:nvPr>
            <p:ph idx="2" type="pic"/>
          </p:nvPr>
        </p:nvSpPr>
        <p:spPr>
          <a:xfrm>
            <a:off x="2023538" y="1233375"/>
            <a:ext cx="1595400" cy="18588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648" name="Google Shape;1648;p64"/>
          <p:cNvSpPr txBox="1"/>
          <p:nvPr>
            <p:ph idx="1" type="subTitle"/>
          </p:nvPr>
        </p:nvSpPr>
        <p:spPr>
          <a:xfrm>
            <a:off x="2023538" y="3194750"/>
            <a:ext cx="1595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DM Sans Medium"/>
              <a:buNone/>
              <a:defRPr sz="12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649" name="Google Shape;1649;p64"/>
          <p:cNvSpPr txBox="1"/>
          <p:nvPr>
            <p:ph idx="3" type="body"/>
          </p:nvPr>
        </p:nvSpPr>
        <p:spPr>
          <a:xfrm>
            <a:off x="2023538" y="3510100"/>
            <a:ext cx="1595400" cy="5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50" name="Google Shape;1650;p64"/>
          <p:cNvSpPr/>
          <p:nvPr>
            <p:ph idx="4" type="pic"/>
          </p:nvPr>
        </p:nvSpPr>
        <p:spPr>
          <a:xfrm>
            <a:off x="5525063" y="1233375"/>
            <a:ext cx="1595400" cy="18588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651" name="Google Shape;1651;p64"/>
          <p:cNvSpPr txBox="1"/>
          <p:nvPr>
            <p:ph idx="5" type="subTitle"/>
          </p:nvPr>
        </p:nvSpPr>
        <p:spPr>
          <a:xfrm>
            <a:off x="5525063" y="3194750"/>
            <a:ext cx="1595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DM Sans Medium"/>
              <a:buNone/>
              <a:defRPr sz="12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652" name="Google Shape;1652;p64"/>
          <p:cNvSpPr txBox="1"/>
          <p:nvPr>
            <p:ph idx="6" type="body"/>
          </p:nvPr>
        </p:nvSpPr>
        <p:spPr>
          <a:xfrm>
            <a:off x="5525063" y="3510100"/>
            <a:ext cx="1595400" cy="5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grpSp>
        <p:nvGrpSpPr>
          <p:cNvPr id="1653" name="Google Shape;1653;p64"/>
          <p:cNvGrpSpPr/>
          <p:nvPr/>
        </p:nvGrpSpPr>
        <p:grpSpPr>
          <a:xfrm>
            <a:off x="-679443" y="-559388"/>
            <a:ext cx="1572280" cy="1572280"/>
            <a:chOff x="987244" y="313753"/>
            <a:chExt cx="555321" cy="555321"/>
          </a:xfrm>
        </p:grpSpPr>
        <p:grpSp>
          <p:nvGrpSpPr>
            <p:cNvPr id="1654" name="Google Shape;1654;p6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655" name="Google Shape;1655;p6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656" name="Google Shape;1656;p6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657" name="Google Shape;1657;p6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658" name="Google Shape;1658;p6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659" name="Google Shape;1659;p6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660" name="Google Shape;1660;p6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661" name="Google Shape;1661;p6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662" name="Google Shape;1662;p6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663" name="Google Shape;1663;p6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1664" name="Google Shape;1664;p64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665" name="Google Shape;1665;p6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66" name="Google Shape;1666;p6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67" name="Google Shape;1667;p6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68" name="Google Shape;1668;p6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69" name="Google Shape;1669;p64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670" name="Google Shape;1670;p6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71" name="Google Shape;1671;p6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72" name="Google Shape;1672;p6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73" name="Google Shape;1673;p6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74" name="Google Shape;1674;p64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675" name="Google Shape;1675;p6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76" name="Google Shape;1676;p6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77" name="Google Shape;1677;p6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78" name="Google Shape;1678;p6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79" name="Google Shape;1679;p64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680" name="Google Shape;1680;p6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81" name="Google Shape;1681;p6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82" name="Google Shape;1682;p6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83" name="Google Shape;1683;p6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684" name="Google Shape;1684;p64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85" name="Google Shape;1685;p64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686" name="Google Shape;1686;p6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87" name="Google Shape;1687;p6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88" name="Google Shape;1688;p6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89" name="Google Shape;1689;p6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90" name="Google Shape;1690;p64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691" name="Google Shape;1691;p6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92" name="Google Shape;1692;p6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93" name="Google Shape;1693;p6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94" name="Google Shape;1694;p6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3">
  <p:cSld name="CUSTOM_42"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65"/>
          <p:cNvSpPr txBox="1"/>
          <p:nvPr>
            <p:ph type="title"/>
          </p:nvPr>
        </p:nvSpPr>
        <p:spPr>
          <a:xfrm>
            <a:off x="311700" y="2342700"/>
            <a:ext cx="33165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97" name="Google Shape;1697;p65"/>
          <p:cNvSpPr/>
          <p:nvPr/>
        </p:nvSpPr>
        <p:spPr>
          <a:xfrm>
            <a:off x="3918434" y="-18566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8" name="Google Shape;1698;p65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99" name="Google Shape;1699;p65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700" name="Google Shape;1700;p6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01" name="Google Shape;1701;p6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02" name="Google Shape;1702;p6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03" name="Google Shape;1703;p6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04" name="Google Shape;1704;p65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705" name="Google Shape;1705;p6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06" name="Google Shape;1706;p6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07" name="Google Shape;1707;p6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08" name="Google Shape;1708;p6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709" name="Google Shape;1709;p65"/>
          <p:cNvSpPr/>
          <p:nvPr>
            <p:ph idx="2" type="pic"/>
          </p:nvPr>
        </p:nvSpPr>
        <p:spPr>
          <a:xfrm>
            <a:off x="4820637" y="892163"/>
            <a:ext cx="1132200" cy="1319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710" name="Google Shape;1710;p65"/>
          <p:cNvSpPr txBox="1"/>
          <p:nvPr>
            <p:ph idx="1" type="subTitle"/>
          </p:nvPr>
        </p:nvSpPr>
        <p:spPr>
          <a:xfrm>
            <a:off x="6148850" y="1589025"/>
            <a:ext cx="2090100" cy="29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 Medium"/>
              <a:buNone/>
              <a:defRPr sz="12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11" name="Google Shape;1711;p65"/>
          <p:cNvSpPr txBox="1"/>
          <p:nvPr>
            <p:ph idx="3" type="body"/>
          </p:nvPr>
        </p:nvSpPr>
        <p:spPr>
          <a:xfrm>
            <a:off x="6148850" y="1980579"/>
            <a:ext cx="2090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12" name="Google Shape;1712;p65"/>
          <p:cNvSpPr/>
          <p:nvPr>
            <p:ph idx="4" type="pic"/>
          </p:nvPr>
        </p:nvSpPr>
        <p:spPr>
          <a:xfrm>
            <a:off x="4829300" y="2932238"/>
            <a:ext cx="1132200" cy="1319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713" name="Google Shape;1713;p65"/>
          <p:cNvSpPr txBox="1"/>
          <p:nvPr>
            <p:ph idx="5" type="subTitle"/>
          </p:nvPr>
        </p:nvSpPr>
        <p:spPr>
          <a:xfrm>
            <a:off x="6160198" y="3629096"/>
            <a:ext cx="2090100" cy="29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 Medium"/>
              <a:buNone/>
              <a:defRPr sz="12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DM Sans Medium"/>
              <a:buNone/>
              <a:defRPr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14" name="Google Shape;1714;p65"/>
          <p:cNvSpPr txBox="1"/>
          <p:nvPr>
            <p:ph idx="6" type="body"/>
          </p:nvPr>
        </p:nvSpPr>
        <p:spPr>
          <a:xfrm>
            <a:off x="6160214" y="4020650"/>
            <a:ext cx="2090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slide - v1">
  <p:cSld name="CUSTOM_43"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66"/>
          <p:cNvSpPr txBox="1"/>
          <p:nvPr>
            <p:ph type="title"/>
          </p:nvPr>
        </p:nvSpPr>
        <p:spPr>
          <a:xfrm>
            <a:off x="311700" y="269946"/>
            <a:ext cx="8520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1717" name="Google Shape;1717;p66"/>
          <p:cNvGrpSpPr/>
          <p:nvPr/>
        </p:nvGrpSpPr>
        <p:grpSpPr>
          <a:xfrm>
            <a:off x="-679443" y="-559388"/>
            <a:ext cx="1572280" cy="1572280"/>
            <a:chOff x="987244" y="313753"/>
            <a:chExt cx="555321" cy="555321"/>
          </a:xfrm>
        </p:grpSpPr>
        <p:grpSp>
          <p:nvGrpSpPr>
            <p:cNvPr id="1718" name="Google Shape;1718;p66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719" name="Google Shape;1719;p6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720" name="Google Shape;1720;p6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721" name="Google Shape;1721;p6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722" name="Google Shape;1722;p6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723" name="Google Shape;1723;p66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724" name="Google Shape;1724;p6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725" name="Google Shape;1725;p6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726" name="Google Shape;1726;p6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727" name="Google Shape;1727;p6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1728" name="Google Shape;1728;p66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729" name="Google Shape;1729;p6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0" name="Google Shape;1730;p6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1" name="Google Shape;1731;p6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2" name="Google Shape;1732;p6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33" name="Google Shape;1733;p66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734" name="Google Shape;1734;p6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5" name="Google Shape;1735;p6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6" name="Google Shape;1736;p6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7" name="Google Shape;1737;p6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38" name="Google Shape;1738;p66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739" name="Google Shape;1739;p6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40" name="Google Shape;1740;p6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41" name="Google Shape;1741;p6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42" name="Google Shape;1742;p6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43" name="Google Shape;1743;p66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744" name="Google Shape;1744;p6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45" name="Google Shape;1745;p6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46" name="Google Shape;1746;p6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47" name="Google Shape;1747;p6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748" name="Google Shape;1748;p66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49" name="Google Shape;1749;p66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750" name="Google Shape;1750;p6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51" name="Google Shape;1751;p6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52" name="Google Shape;1752;p6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53" name="Google Shape;1753;p6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54" name="Google Shape;1754;p66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755" name="Google Shape;1755;p6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56" name="Google Shape;1756;p6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57" name="Google Shape;1757;p6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58" name="Google Shape;1758;p6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759" name="Google Shape;1759;p66"/>
          <p:cNvSpPr/>
          <p:nvPr>
            <p:ph idx="2" type="pic"/>
          </p:nvPr>
        </p:nvSpPr>
        <p:spPr>
          <a:xfrm>
            <a:off x="1075563" y="1233375"/>
            <a:ext cx="1595400" cy="18588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760" name="Google Shape;1760;p66"/>
          <p:cNvSpPr txBox="1"/>
          <p:nvPr>
            <p:ph idx="1" type="subTitle"/>
          </p:nvPr>
        </p:nvSpPr>
        <p:spPr>
          <a:xfrm>
            <a:off x="1075563" y="3194750"/>
            <a:ext cx="1595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DM Sans Medium"/>
              <a:buNone/>
              <a:defRPr sz="12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61" name="Google Shape;1761;p66"/>
          <p:cNvSpPr txBox="1"/>
          <p:nvPr>
            <p:ph idx="3" type="body"/>
          </p:nvPr>
        </p:nvSpPr>
        <p:spPr>
          <a:xfrm>
            <a:off x="1075563" y="3510100"/>
            <a:ext cx="1595400" cy="5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62" name="Google Shape;1762;p66"/>
          <p:cNvSpPr/>
          <p:nvPr>
            <p:ph idx="4" type="pic"/>
          </p:nvPr>
        </p:nvSpPr>
        <p:spPr>
          <a:xfrm>
            <a:off x="3730438" y="1233375"/>
            <a:ext cx="1595400" cy="18588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763" name="Google Shape;1763;p66"/>
          <p:cNvSpPr txBox="1"/>
          <p:nvPr>
            <p:ph idx="5" type="subTitle"/>
          </p:nvPr>
        </p:nvSpPr>
        <p:spPr>
          <a:xfrm>
            <a:off x="3730438" y="3194750"/>
            <a:ext cx="1595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DM Sans Medium"/>
              <a:buNone/>
              <a:defRPr sz="12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64" name="Google Shape;1764;p66"/>
          <p:cNvSpPr txBox="1"/>
          <p:nvPr>
            <p:ph idx="6" type="body"/>
          </p:nvPr>
        </p:nvSpPr>
        <p:spPr>
          <a:xfrm>
            <a:off x="3730438" y="3510100"/>
            <a:ext cx="1595400" cy="5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65" name="Google Shape;1765;p66"/>
          <p:cNvSpPr/>
          <p:nvPr>
            <p:ph idx="7" type="pic"/>
          </p:nvPr>
        </p:nvSpPr>
        <p:spPr>
          <a:xfrm>
            <a:off x="6473013" y="1233375"/>
            <a:ext cx="1595400" cy="18588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766" name="Google Shape;1766;p66"/>
          <p:cNvSpPr txBox="1"/>
          <p:nvPr>
            <p:ph idx="8" type="subTitle"/>
          </p:nvPr>
        </p:nvSpPr>
        <p:spPr>
          <a:xfrm>
            <a:off x="6473013" y="3194750"/>
            <a:ext cx="1595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DM Sans Medium"/>
              <a:buNone/>
              <a:defRPr sz="12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DM Sans Medium"/>
              <a:buNone/>
              <a:defRPr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67" name="Google Shape;1767;p66"/>
          <p:cNvSpPr txBox="1"/>
          <p:nvPr>
            <p:ph idx="9" type="body"/>
          </p:nvPr>
        </p:nvSpPr>
        <p:spPr>
          <a:xfrm>
            <a:off x="6473013" y="3510100"/>
            <a:ext cx="1595400" cy="5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2">
  <p:cSld name="CUSTOM_44"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67"/>
          <p:cNvSpPr txBox="1"/>
          <p:nvPr>
            <p:ph type="title"/>
          </p:nvPr>
        </p:nvSpPr>
        <p:spPr>
          <a:xfrm>
            <a:off x="311700" y="2342700"/>
            <a:ext cx="32817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70" name="Google Shape;1770;p67"/>
          <p:cNvSpPr/>
          <p:nvPr/>
        </p:nvSpPr>
        <p:spPr>
          <a:xfrm>
            <a:off x="3918434" y="-18566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1" name="Google Shape;1771;p67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72" name="Google Shape;1772;p67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773" name="Google Shape;1773;p6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74" name="Google Shape;1774;p6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75" name="Google Shape;1775;p6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76" name="Google Shape;1776;p6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77" name="Google Shape;1777;p67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778" name="Google Shape;1778;p6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79" name="Google Shape;1779;p6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80" name="Google Shape;1780;p6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81" name="Google Shape;1781;p6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782" name="Google Shape;1782;p67"/>
          <p:cNvSpPr/>
          <p:nvPr>
            <p:ph idx="2" type="pic"/>
          </p:nvPr>
        </p:nvSpPr>
        <p:spPr>
          <a:xfrm>
            <a:off x="4973515" y="336522"/>
            <a:ext cx="903000" cy="1052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783" name="Google Shape;1783;p67"/>
          <p:cNvSpPr txBox="1"/>
          <p:nvPr>
            <p:ph idx="1" type="subTitle"/>
          </p:nvPr>
        </p:nvSpPr>
        <p:spPr>
          <a:xfrm>
            <a:off x="6007338" y="766375"/>
            <a:ext cx="2090100" cy="29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Medium"/>
              <a:buNone/>
              <a:defRPr sz="1200"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84" name="Google Shape;1784;p67"/>
          <p:cNvSpPr txBox="1"/>
          <p:nvPr>
            <p:ph idx="3" type="body"/>
          </p:nvPr>
        </p:nvSpPr>
        <p:spPr>
          <a:xfrm>
            <a:off x="6007338" y="1157929"/>
            <a:ext cx="2090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5" name="Google Shape;1785;p67"/>
          <p:cNvSpPr/>
          <p:nvPr>
            <p:ph idx="4" type="pic"/>
          </p:nvPr>
        </p:nvSpPr>
        <p:spPr>
          <a:xfrm>
            <a:off x="4973502" y="2040772"/>
            <a:ext cx="903000" cy="1052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786" name="Google Shape;1786;p67"/>
          <p:cNvSpPr txBox="1"/>
          <p:nvPr>
            <p:ph idx="5" type="subTitle"/>
          </p:nvPr>
        </p:nvSpPr>
        <p:spPr>
          <a:xfrm>
            <a:off x="6007325" y="2470625"/>
            <a:ext cx="2090100" cy="29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Medium"/>
              <a:buNone/>
              <a:defRPr sz="1200"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87" name="Google Shape;1787;p67"/>
          <p:cNvSpPr txBox="1"/>
          <p:nvPr>
            <p:ph idx="6" type="body"/>
          </p:nvPr>
        </p:nvSpPr>
        <p:spPr>
          <a:xfrm>
            <a:off x="6007325" y="2862179"/>
            <a:ext cx="2090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8" name="Google Shape;1788;p67"/>
          <p:cNvSpPr/>
          <p:nvPr>
            <p:ph idx="7" type="pic"/>
          </p:nvPr>
        </p:nvSpPr>
        <p:spPr>
          <a:xfrm>
            <a:off x="4973515" y="3745022"/>
            <a:ext cx="903000" cy="1052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789" name="Google Shape;1789;p67"/>
          <p:cNvSpPr txBox="1"/>
          <p:nvPr>
            <p:ph idx="8" type="subTitle"/>
          </p:nvPr>
        </p:nvSpPr>
        <p:spPr>
          <a:xfrm>
            <a:off x="6007338" y="4174875"/>
            <a:ext cx="2090100" cy="29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Medium"/>
              <a:buNone/>
              <a:defRPr sz="1200"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90" name="Google Shape;1790;p67"/>
          <p:cNvSpPr txBox="1"/>
          <p:nvPr>
            <p:ph idx="9" type="body"/>
          </p:nvPr>
        </p:nvSpPr>
        <p:spPr>
          <a:xfrm>
            <a:off x="6007338" y="4566429"/>
            <a:ext cx="2090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3">
  <p:cSld name="CUSTOM_45">
    <p:bg>
      <p:bgPr>
        <a:solidFill>
          <a:schemeClr val="accent5"/>
        </a:solidFill>
      </p:bgPr>
    </p:bg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68"/>
          <p:cNvSpPr txBox="1"/>
          <p:nvPr>
            <p:ph type="title"/>
          </p:nvPr>
        </p:nvSpPr>
        <p:spPr>
          <a:xfrm>
            <a:off x="311700" y="269946"/>
            <a:ext cx="8520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93" name="Google Shape;1793;p68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4" name="Google Shape;1794;p68"/>
          <p:cNvSpPr/>
          <p:nvPr>
            <p:ph idx="2" type="pic"/>
          </p:nvPr>
        </p:nvSpPr>
        <p:spPr>
          <a:xfrm>
            <a:off x="1075563" y="1233375"/>
            <a:ext cx="1595400" cy="18588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795" name="Google Shape;1795;p68"/>
          <p:cNvSpPr txBox="1"/>
          <p:nvPr>
            <p:ph idx="1" type="subTitle"/>
          </p:nvPr>
        </p:nvSpPr>
        <p:spPr>
          <a:xfrm>
            <a:off x="1075563" y="3194750"/>
            <a:ext cx="1595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Medium"/>
              <a:buNone/>
              <a:defRPr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96" name="Google Shape;1796;p68"/>
          <p:cNvSpPr txBox="1"/>
          <p:nvPr>
            <p:ph idx="3" type="body"/>
          </p:nvPr>
        </p:nvSpPr>
        <p:spPr>
          <a:xfrm>
            <a:off x="1075563" y="3510100"/>
            <a:ext cx="1595400" cy="5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7" name="Google Shape;1797;p68"/>
          <p:cNvSpPr/>
          <p:nvPr>
            <p:ph idx="4" type="pic"/>
          </p:nvPr>
        </p:nvSpPr>
        <p:spPr>
          <a:xfrm>
            <a:off x="3730438" y="1233375"/>
            <a:ext cx="1595400" cy="18588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798" name="Google Shape;1798;p68"/>
          <p:cNvSpPr txBox="1"/>
          <p:nvPr>
            <p:ph idx="5" type="subTitle"/>
          </p:nvPr>
        </p:nvSpPr>
        <p:spPr>
          <a:xfrm>
            <a:off x="3730438" y="3194750"/>
            <a:ext cx="1595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Medium"/>
              <a:buNone/>
              <a:defRPr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99" name="Google Shape;1799;p68"/>
          <p:cNvSpPr txBox="1"/>
          <p:nvPr>
            <p:ph idx="6" type="body"/>
          </p:nvPr>
        </p:nvSpPr>
        <p:spPr>
          <a:xfrm>
            <a:off x="3730438" y="3510100"/>
            <a:ext cx="1595400" cy="5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00" name="Google Shape;1800;p68"/>
          <p:cNvSpPr/>
          <p:nvPr>
            <p:ph idx="7" type="pic"/>
          </p:nvPr>
        </p:nvSpPr>
        <p:spPr>
          <a:xfrm>
            <a:off x="6473013" y="1233375"/>
            <a:ext cx="1595400" cy="18588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801" name="Google Shape;1801;p68"/>
          <p:cNvSpPr txBox="1"/>
          <p:nvPr>
            <p:ph idx="8" type="subTitle"/>
          </p:nvPr>
        </p:nvSpPr>
        <p:spPr>
          <a:xfrm>
            <a:off x="6473013" y="3194750"/>
            <a:ext cx="15954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Medium"/>
              <a:buNone/>
              <a:defRPr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02" name="Google Shape;1802;p68"/>
          <p:cNvSpPr txBox="1"/>
          <p:nvPr>
            <p:ph idx="9" type="body"/>
          </p:nvPr>
        </p:nvSpPr>
        <p:spPr>
          <a:xfrm>
            <a:off x="6473013" y="3510100"/>
            <a:ext cx="1595400" cy="5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803" name="Google Shape;1803;p68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804" name="Google Shape;1804;p68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805" name="Google Shape;1805;p6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06" name="Google Shape;1806;p6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07" name="Google Shape;1807;p6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08" name="Google Shape;1808;p6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09" name="Google Shape;1809;p68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810" name="Google Shape;1810;p6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11" name="Google Shape;1811;p6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12" name="Google Shape;1812;p6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13" name="Google Shape;1813;p6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814" name="Google Shape;1814;p68"/>
          <p:cNvSpPr/>
          <p:nvPr/>
        </p:nvSpPr>
        <p:spPr>
          <a:xfrm>
            <a:off x="-499424" y="4544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2">
  <p:cSld name="CUSTOM_46">
    <p:bg>
      <p:bgPr>
        <a:solidFill>
          <a:schemeClr val="accent1"/>
        </a:solidFill>
      </p:bgPr>
    </p:bg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69"/>
          <p:cNvSpPr txBox="1"/>
          <p:nvPr>
            <p:ph type="title"/>
          </p:nvPr>
        </p:nvSpPr>
        <p:spPr>
          <a:xfrm>
            <a:off x="311700" y="269950"/>
            <a:ext cx="74484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7" name="Google Shape;1817;p69"/>
          <p:cNvSpPr/>
          <p:nvPr>
            <p:ph idx="2" type="pic"/>
          </p:nvPr>
        </p:nvSpPr>
        <p:spPr>
          <a:xfrm>
            <a:off x="311690" y="1358297"/>
            <a:ext cx="903000" cy="1052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818" name="Google Shape;1818;p69"/>
          <p:cNvSpPr txBox="1"/>
          <p:nvPr>
            <p:ph idx="1" type="subTitle"/>
          </p:nvPr>
        </p:nvSpPr>
        <p:spPr>
          <a:xfrm>
            <a:off x="1345513" y="1788150"/>
            <a:ext cx="2090100" cy="29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Medium"/>
              <a:buNone/>
              <a:defRPr sz="1200"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19" name="Google Shape;1819;p69"/>
          <p:cNvSpPr txBox="1"/>
          <p:nvPr>
            <p:ph idx="3" type="body"/>
          </p:nvPr>
        </p:nvSpPr>
        <p:spPr>
          <a:xfrm>
            <a:off x="1345513" y="2179704"/>
            <a:ext cx="2090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20" name="Google Shape;1820;p69"/>
          <p:cNvSpPr/>
          <p:nvPr>
            <p:ph idx="4" type="pic"/>
          </p:nvPr>
        </p:nvSpPr>
        <p:spPr>
          <a:xfrm>
            <a:off x="4074940" y="1358297"/>
            <a:ext cx="903000" cy="1052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821" name="Google Shape;1821;p69"/>
          <p:cNvSpPr txBox="1"/>
          <p:nvPr>
            <p:ph idx="5" type="subTitle"/>
          </p:nvPr>
        </p:nvSpPr>
        <p:spPr>
          <a:xfrm>
            <a:off x="5108763" y="1788150"/>
            <a:ext cx="2090100" cy="29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Medium"/>
              <a:buNone/>
              <a:defRPr sz="1200"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22" name="Google Shape;1822;p69"/>
          <p:cNvSpPr txBox="1"/>
          <p:nvPr>
            <p:ph idx="6" type="body"/>
          </p:nvPr>
        </p:nvSpPr>
        <p:spPr>
          <a:xfrm>
            <a:off x="5108763" y="2179704"/>
            <a:ext cx="2090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23" name="Google Shape;1823;p69"/>
          <p:cNvSpPr/>
          <p:nvPr>
            <p:ph idx="7" type="pic"/>
          </p:nvPr>
        </p:nvSpPr>
        <p:spPr>
          <a:xfrm>
            <a:off x="314677" y="3086647"/>
            <a:ext cx="903000" cy="1052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824" name="Google Shape;1824;p69"/>
          <p:cNvSpPr txBox="1"/>
          <p:nvPr>
            <p:ph idx="8" type="subTitle"/>
          </p:nvPr>
        </p:nvSpPr>
        <p:spPr>
          <a:xfrm>
            <a:off x="1348500" y="3516500"/>
            <a:ext cx="2090100" cy="29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Medium"/>
              <a:buNone/>
              <a:defRPr sz="1200"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25" name="Google Shape;1825;p69"/>
          <p:cNvSpPr txBox="1"/>
          <p:nvPr>
            <p:ph idx="9" type="body"/>
          </p:nvPr>
        </p:nvSpPr>
        <p:spPr>
          <a:xfrm>
            <a:off x="1348500" y="3908054"/>
            <a:ext cx="2090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26" name="Google Shape;1826;p69"/>
          <p:cNvSpPr/>
          <p:nvPr>
            <p:ph idx="13" type="pic"/>
          </p:nvPr>
        </p:nvSpPr>
        <p:spPr>
          <a:xfrm>
            <a:off x="4077927" y="3086647"/>
            <a:ext cx="903000" cy="10521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827" name="Google Shape;1827;p69"/>
          <p:cNvSpPr txBox="1"/>
          <p:nvPr>
            <p:ph idx="14" type="subTitle"/>
          </p:nvPr>
        </p:nvSpPr>
        <p:spPr>
          <a:xfrm>
            <a:off x="5111750" y="3516500"/>
            <a:ext cx="2090100" cy="291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Medium"/>
              <a:buNone/>
              <a:defRPr sz="1200"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DM Sans Medium"/>
              <a:buNone/>
              <a:defRPr>
                <a:solidFill>
                  <a:schemeClr val="accent3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28" name="Google Shape;1828;p69"/>
          <p:cNvSpPr txBox="1"/>
          <p:nvPr>
            <p:ph idx="15" type="body"/>
          </p:nvPr>
        </p:nvSpPr>
        <p:spPr>
          <a:xfrm>
            <a:off x="5111750" y="3908054"/>
            <a:ext cx="2090100" cy="2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29" name="Google Shape;1829;p69"/>
          <p:cNvSpPr/>
          <p:nvPr/>
        </p:nvSpPr>
        <p:spPr>
          <a:xfrm>
            <a:off x="8572475" y="-3575"/>
            <a:ext cx="6528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30" name="Google Shape;1830;p69"/>
          <p:cNvGrpSpPr/>
          <p:nvPr/>
        </p:nvGrpSpPr>
        <p:grpSpPr>
          <a:xfrm>
            <a:off x="7760105" y="-840619"/>
            <a:ext cx="2277538" cy="2277538"/>
            <a:chOff x="987244" y="313753"/>
            <a:chExt cx="555321" cy="555321"/>
          </a:xfrm>
        </p:grpSpPr>
        <p:grpSp>
          <p:nvGrpSpPr>
            <p:cNvPr id="1831" name="Google Shape;1831;p69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832" name="Google Shape;1832;p6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33" name="Google Shape;1833;p6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34" name="Google Shape;1834;p6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35" name="Google Shape;1835;p6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36" name="Google Shape;1836;p69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837" name="Google Shape;1837;p6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38" name="Google Shape;1838;p6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39" name="Google Shape;1839;p6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40" name="Google Shape;1840;p6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3">
  <p:cSld name="CUSTOM_47">
    <p:bg>
      <p:bgPr>
        <a:solidFill>
          <a:schemeClr val="accent5"/>
        </a:solidFill>
      </p:bgPr>
    </p:bg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70"/>
          <p:cNvSpPr txBox="1"/>
          <p:nvPr>
            <p:ph type="title"/>
          </p:nvPr>
        </p:nvSpPr>
        <p:spPr>
          <a:xfrm>
            <a:off x="311700" y="269946"/>
            <a:ext cx="8520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3" name="Google Shape;1843;p70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844" name="Google Shape;1844;p70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845" name="Google Shape;1845;p7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846" name="Google Shape;1846;p7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47" name="Google Shape;1847;p7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48" name="Google Shape;1848;p7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49" name="Google Shape;1849;p7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50" name="Google Shape;1850;p7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851" name="Google Shape;1851;p7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52" name="Google Shape;1852;p7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53" name="Google Shape;1853;p7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854" name="Google Shape;1854;p7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855" name="Google Shape;1855;p70"/>
          <p:cNvSpPr/>
          <p:nvPr/>
        </p:nvSpPr>
        <p:spPr>
          <a:xfrm>
            <a:off x="-499424" y="4544299"/>
            <a:ext cx="1132200" cy="1132200"/>
          </a:xfrm>
          <a:prstGeom prst="donut">
            <a:avLst>
              <a:gd fmla="val 17041" name="adj"/>
            </a:avLst>
          </a:prstGeom>
          <a:noFill/>
          <a:ln cap="flat" cmpd="sng" w="38100">
            <a:solidFill>
              <a:schemeClr val="accent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6" name="Google Shape;1856;p70"/>
          <p:cNvSpPr/>
          <p:nvPr>
            <p:ph idx="2" type="pic"/>
          </p:nvPr>
        </p:nvSpPr>
        <p:spPr>
          <a:xfrm>
            <a:off x="565524" y="1385775"/>
            <a:ext cx="1500300" cy="16923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857" name="Google Shape;1857;p70"/>
          <p:cNvSpPr txBox="1"/>
          <p:nvPr>
            <p:ph idx="1" type="subTitle"/>
          </p:nvPr>
        </p:nvSpPr>
        <p:spPr>
          <a:xfrm>
            <a:off x="565524" y="3171357"/>
            <a:ext cx="1500300" cy="2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Medium"/>
              <a:buNone/>
              <a:defRPr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58" name="Google Shape;1858;p70"/>
          <p:cNvSpPr txBox="1"/>
          <p:nvPr>
            <p:ph idx="3" type="body"/>
          </p:nvPr>
        </p:nvSpPr>
        <p:spPr>
          <a:xfrm>
            <a:off x="565524" y="3451613"/>
            <a:ext cx="1500300" cy="52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59" name="Google Shape;1859;p70"/>
          <p:cNvSpPr/>
          <p:nvPr>
            <p:ph idx="4" type="pic"/>
          </p:nvPr>
        </p:nvSpPr>
        <p:spPr>
          <a:xfrm>
            <a:off x="2744658" y="1385775"/>
            <a:ext cx="1500300" cy="16923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860" name="Google Shape;1860;p70"/>
          <p:cNvSpPr txBox="1"/>
          <p:nvPr>
            <p:ph idx="5" type="subTitle"/>
          </p:nvPr>
        </p:nvSpPr>
        <p:spPr>
          <a:xfrm>
            <a:off x="2744658" y="3171357"/>
            <a:ext cx="1500300" cy="2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Medium"/>
              <a:buNone/>
              <a:defRPr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61" name="Google Shape;1861;p70"/>
          <p:cNvSpPr txBox="1"/>
          <p:nvPr>
            <p:ph idx="6" type="body"/>
          </p:nvPr>
        </p:nvSpPr>
        <p:spPr>
          <a:xfrm>
            <a:off x="2744658" y="3451613"/>
            <a:ext cx="1500300" cy="52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2" name="Google Shape;1862;p70"/>
          <p:cNvSpPr/>
          <p:nvPr>
            <p:ph idx="7" type="pic"/>
          </p:nvPr>
        </p:nvSpPr>
        <p:spPr>
          <a:xfrm>
            <a:off x="4923791" y="1385775"/>
            <a:ext cx="1500300" cy="16923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863" name="Google Shape;1863;p70"/>
          <p:cNvSpPr txBox="1"/>
          <p:nvPr>
            <p:ph idx="8" type="subTitle"/>
          </p:nvPr>
        </p:nvSpPr>
        <p:spPr>
          <a:xfrm>
            <a:off x="4923791" y="3171357"/>
            <a:ext cx="1500300" cy="2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Medium"/>
              <a:buNone/>
              <a:defRPr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64" name="Google Shape;1864;p70"/>
          <p:cNvSpPr txBox="1"/>
          <p:nvPr>
            <p:ph idx="9" type="body"/>
          </p:nvPr>
        </p:nvSpPr>
        <p:spPr>
          <a:xfrm>
            <a:off x="4923791" y="3451613"/>
            <a:ext cx="1500300" cy="52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5" name="Google Shape;1865;p70"/>
          <p:cNvSpPr/>
          <p:nvPr>
            <p:ph idx="13" type="pic"/>
          </p:nvPr>
        </p:nvSpPr>
        <p:spPr>
          <a:xfrm>
            <a:off x="7078167" y="1385775"/>
            <a:ext cx="1500300" cy="16923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1866" name="Google Shape;1866;p70"/>
          <p:cNvSpPr txBox="1"/>
          <p:nvPr>
            <p:ph idx="14" type="subTitle"/>
          </p:nvPr>
        </p:nvSpPr>
        <p:spPr>
          <a:xfrm>
            <a:off x="7078167" y="3171357"/>
            <a:ext cx="1500300" cy="2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Medium"/>
              <a:buNone/>
              <a:defRPr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67" name="Google Shape;1867;p70"/>
          <p:cNvSpPr txBox="1"/>
          <p:nvPr>
            <p:ph idx="15" type="body"/>
          </p:nvPr>
        </p:nvSpPr>
        <p:spPr>
          <a:xfrm>
            <a:off x="7078167" y="3451613"/>
            <a:ext cx="1500300" cy="52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58" Type="http://schemas.openxmlformats.org/officeDocument/2006/relationships/theme" Target="../theme/theme2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69946"/>
            <a:ext cx="852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pta Slab SemiBold"/>
              <a:buNone/>
              <a:defRPr sz="20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●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○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■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●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○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■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●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○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■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0">
          <p15:clr>
            <a:srgbClr val="E46962"/>
          </p15:clr>
        </p15:guide>
        <p15:guide id="2" orient="horz" pos="170">
          <p15:clr>
            <a:srgbClr val="E46962"/>
          </p15:clr>
        </p15:guide>
        <p15:guide id="3" pos="521">
          <p15:clr>
            <a:srgbClr val="E46962"/>
          </p15:clr>
        </p15:guide>
        <p15:guide id="4" pos="634">
          <p15:clr>
            <a:srgbClr val="E46962"/>
          </p15:clr>
        </p15:guide>
        <p15:guide id="5" pos="5587">
          <p15:clr>
            <a:srgbClr val="E46962"/>
          </p15:clr>
        </p15:guide>
        <p15:guide id="6" orient="horz" pos="3070">
          <p15:clr>
            <a:srgbClr val="E46962"/>
          </p15:clr>
        </p15:guide>
        <p15:guide id="7" pos="5244">
          <p15:clr>
            <a:srgbClr val="E46962"/>
          </p15:clr>
        </p15:guide>
        <p15:guide id="8" pos="5126">
          <p15:clr>
            <a:srgbClr val="E46962"/>
          </p15:clr>
        </p15:guide>
        <p15:guide id="9" pos="4780">
          <p15:clr>
            <a:srgbClr val="E46962"/>
          </p15:clr>
        </p15:guide>
        <p15:guide id="10" pos="4667">
          <p15:clr>
            <a:srgbClr val="E46962"/>
          </p15:clr>
        </p15:guide>
        <p15:guide id="11" pos="4315">
          <p15:clr>
            <a:srgbClr val="E46962"/>
          </p15:clr>
        </p15:guide>
        <p15:guide id="12" pos="4203">
          <p15:clr>
            <a:srgbClr val="E46962"/>
          </p15:clr>
        </p15:guide>
        <p15:guide id="13" pos="3852">
          <p15:clr>
            <a:srgbClr val="E46962"/>
          </p15:clr>
        </p15:guide>
        <p15:guide id="14" pos="3739">
          <p15:clr>
            <a:srgbClr val="E46962"/>
          </p15:clr>
        </p15:guide>
        <p15:guide id="15" pos="3402">
          <p15:clr>
            <a:srgbClr val="E46962"/>
          </p15:clr>
        </p15:guide>
        <p15:guide id="16" pos="3289">
          <p15:clr>
            <a:srgbClr val="E46962"/>
          </p15:clr>
        </p15:guide>
        <p15:guide id="17" pos="2938">
          <p15:clr>
            <a:srgbClr val="E46962"/>
          </p15:clr>
        </p15:guide>
        <p15:guide id="18" pos="2826">
          <p15:clr>
            <a:srgbClr val="E46962"/>
          </p15:clr>
        </p15:guide>
        <p15:guide id="19" pos="2475">
          <p15:clr>
            <a:srgbClr val="E46962"/>
          </p15:clr>
        </p15:guide>
        <p15:guide id="20" pos="2367">
          <p15:clr>
            <a:srgbClr val="E46962"/>
          </p15:clr>
        </p15:guide>
        <p15:guide id="21" pos="2016">
          <p15:clr>
            <a:srgbClr val="E46962"/>
          </p15:clr>
        </p15:guide>
        <p15:guide id="22" pos="1904">
          <p15:clr>
            <a:srgbClr val="E46962"/>
          </p15:clr>
        </p15:guide>
        <p15:guide id="23" pos="1558">
          <p15:clr>
            <a:srgbClr val="E46962"/>
          </p15:clr>
        </p15:guide>
        <p15:guide id="24" pos="1449">
          <p15:clr>
            <a:srgbClr val="E46962"/>
          </p15:clr>
        </p15:guide>
        <p15:guide id="25" pos="1094">
          <p15:clr>
            <a:srgbClr val="E46962"/>
          </p15:clr>
        </p15:guide>
        <p15:guide id="26" pos="98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7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7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72"/>
          <p:cNvSpPr txBox="1"/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Python</a:t>
            </a:r>
            <a:endParaRPr/>
          </a:p>
        </p:txBody>
      </p:sp>
      <p:pic>
        <p:nvPicPr>
          <p:cNvPr id="1879" name="Google Shape;1879;p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09" r="1399" t="0"/>
          <a:stretch/>
        </p:blipFill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880" name="Google Shape;1880;p72"/>
          <p:cNvSpPr txBox="1"/>
          <p:nvPr>
            <p:ph idx="1" type="body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is a high-level programming language known for its simplicity and read- ability.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Makes it accessible for learners of all backgrounds.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Great for quickly prototyping ideas and building applications.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73"/>
          <p:cNvSpPr txBox="1"/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Python</a:t>
            </a:r>
            <a:endParaRPr/>
          </a:p>
        </p:txBody>
      </p:sp>
      <p:pic>
        <p:nvPicPr>
          <p:cNvPr id="1886" name="Google Shape;1886;p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09" r="1399" t="0"/>
          <a:stretch/>
        </p:blipFill>
        <p:spPr>
          <a:xfrm>
            <a:off x="5350276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887" name="Google Shape;1887;p73"/>
          <p:cNvSpPr txBox="1"/>
          <p:nvPr>
            <p:ph idx="1" type="body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Created by Guido van Rossum and first released in 1991.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Core philosophy emphasizes </a:t>
            </a:r>
            <a:r>
              <a:rPr b="1" lang="en-GB"/>
              <a:t>code readability</a:t>
            </a:r>
            <a:r>
              <a:rPr lang="en-GB"/>
              <a:t> and a clean syntax.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Open-source</a:t>
            </a:r>
            <a:r>
              <a:rPr lang="en-GB"/>
              <a:t> nature fosters community development and collaboration.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74"/>
          <p:cNvSpPr txBox="1"/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Cases of Python</a:t>
            </a:r>
            <a:endParaRPr/>
          </a:p>
        </p:txBody>
      </p:sp>
      <p:pic>
        <p:nvPicPr>
          <p:cNvPr id="1893" name="Google Shape;1893;p7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25" y="1288804"/>
            <a:ext cx="3476400" cy="2556600"/>
          </a:xfrm>
          <a:prstGeom prst="snip1Rect">
            <a:avLst>
              <a:gd fmla="val 16667" name="adj"/>
            </a:avLst>
          </a:prstGeom>
        </p:spPr>
      </p:pic>
      <p:sp>
        <p:nvSpPr>
          <p:cNvPr id="1894" name="Google Shape;1894;p74"/>
          <p:cNvSpPr txBox="1"/>
          <p:nvPr>
            <p:ph idx="1" type="body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Python's versatility makes it ideal for: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Web Development</a:t>
            </a:r>
            <a:r>
              <a:rPr lang="en-GB"/>
              <a:t>: Building web applications and APIs.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Data Analysis</a:t>
            </a:r>
            <a:r>
              <a:rPr lang="en-GB"/>
              <a:t>: Analyzing and visualizing large datasets.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Artificial Intelligence</a:t>
            </a:r>
            <a:r>
              <a:rPr lang="en-GB"/>
              <a:t>: Developing machine learning models.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Automation</a:t>
            </a:r>
            <a:r>
              <a:rPr lang="en-GB"/>
              <a:t>: Automating repetitive tasks.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Scientific Computing</a:t>
            </a:r>
            <a:r>
              <a:rPr lang="en-GB"/>
              <a:t>: Performing complex calculations.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75"/>
          <p:cNvSpPr txBox="1"/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Interesting Facts About Python</a:t>
            </a:r>
            <a:endParaRPr/>
          </a:p>
        </p:txBody>
      </p:sp>
      <p:pic>
        <p:nvPicPr>
          <p:cNvPr id="1900" name="Google Shape;1900;p7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09" r="1399" t="0"/>
          <a:stretch/>
        </p:blipFill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901" name="Google Shape;1901;p75"/>
          <p:cNvSpPr txBox="1"/>
          <p:nvPr>
            <p:ph idx="1" type="body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Versatile:</a:t>
            </a:r>
            <a:r>
              <a:rPr lang="en-GB"/>
              <a:t> Used in diverse fields, from web dev to scientific research.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Large Supportive Community:</a:t>
            </a:r>
            <a:r>
              <a:rPr lang="en-GB"/>
              <a:t> Extensive online resources and libraries.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Beginner-Friendly:</a:t>
            </a:r>
            <a:r>
              <a:rPr lang="en-GB"/>
              <a:t> Often the first language taught to beginners due to its easy-to-understand syntax.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76"/>
          <p:cNvSpPr txBox="1"/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Python Packages</a:t>
            </a:r>
            <a:endParaRPr/>
          </a:p>
        </p:txBody>
      </p:sp>
      <p:pic>
        <p:nvPicPr>
          <p:cNvPr id="1907" name="Google Shape;1907;p7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09" r="1399" t="0"/>
          <a:stretch/>
        </p:blipFill>
        <p:spPr>
          <a:xfrm>
            <a:off x="5350276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908" name="Google Shape;1908;p76"/>
          <p:cNvSpPr txBox="1"/>
          <p:nvPr>
            <p:ph idx="1" type="body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packages are collections of modules that extend Python’s functionality.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Pre-built code</a:t>
            </a:r>
            <a:r>
              <a:rPr lang="en-GB"/>
              <a:t> that performs specific tasks.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Easily installable via </a:t>
            </a:r>
            <a:r>
              <a:rPr b="1" lang="en-GB"/>
              <a:t>pip</a:t>
            </a:r>
            <a:r>
              <a:rPr lang="en-GB"/>
              <a:t> (Python Package Installer).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Save time and effort by leveraging existing solutions.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77"/>
          <p:cNvSpPr txBox="1"/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Packages Cheat Sheet</a:t>
            </a:r>
            <a:endParaRPr/>
          </a:p>
        </p:txBody>
      </p:sp>
      <p:pic>
        <p:nvPicPr>
          <p:cNvPr id="1914" name="Google Shape;1914;p7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09" r="1399" t="0"/>
          <a:stretch/>
        </p:blipFill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915" name="Google Shape;1915;p77"/>
          <p:cNvSpPr txBox="1"/>
          <p:nvPr>
            <p:ph idx="1" type="body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Data Analysis: - Pandas, NumPy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Web Development: - Flask, Django, FastAPI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Machine Learning: - Scikit-learn, TensorFlow, PyTorch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API Prototyping: - Flask, FastAPI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Automation Testing: - Selenium, Playwright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78"/>
          <p:cNvSpPr txBox="1"/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1: Log Analysis Dashboard</a:t>
            </a:r>
            <a:endParaRPr/>
          </a:p>
        </p:txBody>
      </p:sp>
      <p:pic>
        <p:nvPicPr>
          <p:cNvPr id="1921" name="Google Shape;1921;p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09" r="1399" t="0"/>
          <a:stretch/>
        </p:blipFill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922" name="Google Shape;1922;p78"/>
          <p:cNvSpPr txBox="1"/>
          <p:nvPr>
            <p:ph idx="1" type="body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Monitor application logs to identify issues and trends.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Packages Required: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/>
              <a:t>Pandas:</a:t>
            </a:r>
            <a:r>
              <a:rPr lang="en-GB"/>
              <a:t> For data manipulation and analysis.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/>
              <a:t>Matplotlib:</a:t>
            </a:r>
            <a:r>
              <a:rPr lang="en-GB"/>
              <a:t> For creating visualizations.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/>
              <a:t>Flask:</a:t>
            </a:r>
            <a:r>
              <a:rPr lang="en-GB"/>
              <a:t> For building the web framework.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79"/>
          <p:cNvSpPr txBox="1"/>
          <p:nvPr>
            <p:ph type="title"/>
          </p:nvPr>
        </p:nvSpPr>
        <p:spPr>
          <a:xfrm>
            <a:off x="628425" y="561800"/>
            <a:ext cx="37392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Interactive Quiz 1: Log Analysis Knowledge Check</a:t>
            </a:r>
            <a:endParaRPr/>
          </a:p>
        </p:txBody>
      </p:sp>
      <p:pic>
        <p:nvPicPr>
          <p:cNvPr id="1928" name="Google Shape;1928;p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05" l="0" r="0" t="1295"/>
          <a:stretch/>
        </p:blipFill>
        <p:spPr>
          <a:xfrm>
            <a:off x="4664825" y="975600"/>
            <a:ext cx="4213800" cy="3192300"/>
          </a:xfrm>
          <a:prstGeom prst="snip1Rect">
            <a:avLst>
              <a:gd fmla="val 16667" name="adj"/>
            </a:avLst>
          </a:prstGeom>
        </p:spPr>
      </p:pic>
      <p:sp>
        <p:nvSpPr>
          <p:cNvPr id="1929" name="Google Shape;1929;p79"/>
          <p:cNvSpPr txBox="1"/>
          <p:nvPr>
            <p:ph idx="1" type="body"/>
          </p:nvPr>
        </p:nvSpPr>
        <p:spPr>
          <a:xfrm>
            <a:off x="613575" y="1514238"/>
            <a:ext cx="3739200" cy="24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package is used for data manipulation in Python?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Name a Python package used for creating graphs and charts.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What framework can build web apps to display log analytics?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80"/>
          <p:cNvSpPr txBox="1"/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2: Automated API Mocking</a:t>
            </a:r>
            <a:endParaRPr/>
          </a:p>
        </p:txBody>
      </p:sp>
      <p:pic>
        <p:nvPicPr>
          <p:cNvPr id="1935" name="Google Shape;1935;p8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2208" r="12200" t="0"/>
          <a:stretch/>
        </p:blipFill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936" name="Google Shape;1936;p80"/>
          <p:cNvSpPr txBox="1"/>
          <p:nvPr>
            <p:ph idx="1" type="body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Simulate API behavior to test applications without a live server.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Packages Required: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/>
              <a:t>FastAPI:</a:t>
            </a:r>
            <a:r>
              <a:rPr lang="en-GB"/>
              <a:t> For creating mock endpoints.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/>
              <a:t>Requests:</a:t>
            </a:r>
            <a:r>
              <a:rPr lang="en-GB"/>
              <a:t> For testing API calls.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81"/>
          <p:cNvSpPr txBox="1"/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Interactive Quiz 2: API Mocking Insights</a:t>
            </a:r>
            <a:endParaRPr/>
          </a:p>
        </p:txBody>
      </p:sp>
      <p:pic>
        <p:nvPicPr>
          <p:cNvPr id="1942" name="Google Shape;1942;p8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09" r="1399" t="0"/>
          <a:stretch/>
        </p:blipFill>
        <p:spPr>
          <a:xfrm>
            <a:off x="5350276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943" name="Google Shape;1943;p81"/>
          <p:cNvSpPr txBox="1"/>
          <p:nvPr>
            <p:ph idx="1" type="body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Which library helps in creating mock endpoints quickly?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What does API mocking help achieve during development?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Name a testing library for API calls.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82"/>
          <p:cNvSpPr txBox="1"/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3: Local Speech to Text Assistant</a:t>
            </a:r>
            <a:endParaRPr/>
          </a:p>
        </p:txBody>
      </p:sp>
      <p:pic>
        <p:nvPicPr>
          <p:cNvPr id="1949" name="Google Shape;1949;p8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09" r="1399" t="0"/>
          <a:stretch/>
        </p:blipFill>
        <p:spPr>
          <a:xfrm>
            <a:off x="5350276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950" name="Google Shape;1950;p82"/>
          <p:cNvSpPr txBox="1"/>
          <p:nvPr>
            <p:ph idx="1" type="body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spoken language into written text locally.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/>
              <a:t>Packages Required: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/>
              <a:t>SpeechRecognition:</a:t>
            </a:r>
            <a:r>
              <a:rPr lang="en-GB"/>
              <a:t> For recognizing speech.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/>
              <a:t>PyAudio:</a:t>
            </a:r>
            <a:r>
              <a:rPr lang="en-GB"/>
              <a:t> For capturing audio input.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83"/>
          <p:cNvSpPr txBox="1"/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Interactive Quiz 3: Speech Recognition Concepts</a:t>
            </a:r>
            <a:endParaRPr/>
          </a:p>
        </p:txBody>
      </p:sp>
      <p:pic>
        <p:nvPicPr>
          <p:cNvPr id="1956" name="Google Shape;1956;p8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09" r="1399" t="0"/>
          <a:stretch/>
        </p:blipFill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957" name="Google Shape;1957;p83"/>
          <p:cNvSpPr txBox="1"/>
          <p:nvPr>
            <p:ph idx="1" type="body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Which package helps with capturing live audio for speech recognition?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What is the main role of SpeechRecognition library?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What are some of the pre-trained speech models.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84"/>
          <p:cNvSpPr txBox="1"/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and Next Steps</a:t>
            </a:r>
            <a:endParaRPr/>
          </a:p>
        </p:txBody>
      </p:sp>
      <p:pic>
        <p:nvPicPr>
          <p:cNvPr id="1963" name="Google Shape;1963;p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704" l="0" r="0" t="3694"/>
          <a:stretch/>
        </p:blipFill>
        <p:spPr>
          <a:xfrm>
            <a:off x="281825" y="267550"/>
            <a:ext cx="3476400" cy="4599000"/>
          </a:xfrm>
          <a:prstGeom prst="snip1Rect">
            <a:avLst>
              <a:gd fmla="val 16667" name="adj"/>
            </a:avLst>
          </a:prstGeom>
        </p:spPr>
      </p:pic>
      <p:sp>
        <p:nvSpPr>
          <p:cNvPr id="1964" name="Google Shape;1964;p84"/>
          <p:cNvSpPr txBox="1"/>
          <p:nvPr>
            <p:ph idx="1" type="body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Workshop Highlights: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Python’s </a:t>
            </a:r>
            <a:r>
              <a:rPr b="1" lang="en-GB"/>
              <a:t>simplicity</a:t>
            </a:r>
            <a:r>
              <a:rPr lang="en-GB"/>
              <a:t> and </a:t>
            </a:r>
            <a:r>
              <a:rPr b="1" lang="en-GB"/>
              <a:t>versatility</a:t>
            </a:r>
            <a:r>
              <a:rPr lang="en-GB"/>
              <a:t>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Key </a:t>
            </a:r>
            <a:r>
              <a:rPr b="1" lang="en-GB"/>
              <a:t>Python packages</a:t>
            </a:r>
            <a:r>
              <a:rPr lang="en-GB"/>
              <a:t> for various applications.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Practical demos with </a:t>
            </a:r>
            <a:r>
              <a:rPr b="1" lang="en-GB"/>
              <a:t>log analysis</a:t>
            </a:r>
            <a:r>
              <a:rPr lang="en-GB"/>
              <a:t>, </a:t>
            </a:r>
            <a:r>
              <a:rPr b="1" lang="en-GB"/>
              <a:t>API mocking</a:t>
            </a:r>
            <a:r>
              <a:rPr lang="en-GB"/>
              <a:t>, and </a:t>
            </a:r>
            <a:r>
              <a:rPr b="1" lang="en-GB"/>
              <a:t>speech-to-text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Next Steps: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Explore Python documentation and online tutorials.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Practice building your own projects.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Join Python communities and forums for support.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dnight Whisp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81817"/>
      </a:accent1>
      <a:accent2>
        <a:srgbClr val="CFADBE"/>
      </a:accent2>
      <a:accent3>
        <a:srgbClr val="FFC0A5"/>
      </a:accent3>
      <a:accent4>
        <a:srgbClr val="FFB173"/>
      </a:accent4>
      <a:accent5>
        <a:srgbClr val="E75833"/>
      </a:accent5>
      <a:accent6>
        <a:srgbClr val="FFEFA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